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81" r:id="rId2"/>
  </p:sldMasterIdLst>
  <p:notesMasterIdLst>
    <p:notesMasterId r:id="rId10"/>
  </p:notesMasterIdLst>
  <p:sldIdLst>
    <p:sldId id="2147474090" r:id="rId3"/>
    <p:sldId id="257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CC805-E335-4D58-8E28-345773987620}" v="8" dt="2026-08-12T10:25:20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4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0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20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88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936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6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24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3284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3595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36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4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657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0771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53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924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702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361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509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5858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5196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530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1934879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67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43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469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99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29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00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81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3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55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04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8554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0031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6188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198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6523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6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92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2982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21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444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99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5122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3228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1731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71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503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85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64141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57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81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503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95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90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6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3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6B39-7429-FECB-C856-10FBD328E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5EA5A-4D9B-B37D-0C28-EF9CEDFB4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D9EA-7C74-6F64-4C57-6A986327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B2-7168-4F15-A039-2A61F3B5166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96A33-4108-EAE0-DD74-E71ECDA5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F3A5-A999-88AE-5B87-B6481FA3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59668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C088D-5C3F-38FC-2F05-0274CDA25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170704-99A4-6D39-B6D4-ACC22B80E6A6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9C1DE-9F44-FEE0-CEC9-2F039E22727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3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©2026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761D5B2-7168-4F15-A039-2A61F3B5166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B619-41E6-3EC5-BED3-4E431A370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Ghost Denials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88A95-265D-6486-662A-193FF82B0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Idea Title: Ghost Denials — Counterfactual Equivalence Audit for Wrongful Claim Denials</a:t>
            </a:r>
          </a:p>
          <a:p>
            <a:r>
              <a:rPr lang="en-IN"/>
              <a:t>Team name: </a:t>
            </a:r>
          </a:p>
          <a:p>
            <a:r>
              <a:rPr lang="en-IN"/>
              <a:t>Detecting silently wrongful automated claim denials — by proving a near-identical claim was paid.</a:t>
            </a:r>
          </a:p>
        </p:txBody>
      </p:sp>
    </p:spTree>
    <p:extLst>
      <p:ext uri="{BB962C8B-B14F-4D97-AF65-F5344CB8AC3E}">
        <p14:creationId xmlns:p14="http://schemas.microsoft.com/office/powerpoint/2010/main" val="222625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Opportunity, Champions &amp; Core Team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auto-deny claims at scale, and most wrongful denials are never appealed — so they stay invisible. Ghost Denials scans historical adjudications and flags denials that contradict the plan's own near-identical paid claims, making silent wrongful denials measurable.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Champions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[Champion 1 — title / business unit]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[Champion 2 — title / business unit]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leaders sponsoring </a:t>
            </a: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idea (VP+)]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Team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6428232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[Inventor / lead]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— role]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— role]</a:t>
            </a:r>
            <a:endParaRPr lang="en-US" sz="130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rows as needed]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Solution — How It Works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silent, never-appealed wrongful denials into a measurable, reviewable queue of flagged claims.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7048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0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/ Input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AR Medical Dataset with Realistic Denial (Kaggle) — claim records with diagnosis, denial reason, amount, and paid/denied status.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364992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502152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Processing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547872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detectors — exact-match, logistic-regression, and k-NN — learn the denial pattern and flag denials that mirror near-identical paid claims.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227064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51192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364224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Assist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409944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of flagged claim IDs under each detector (exact_match, logistic_regression, k-NN) — the candidate wrongful-denial queue.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9089136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13264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132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226296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/ Action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272016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claims handed off to the team’s review UI and LLM appeal-drafting (built by other team members).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Architecture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2821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Ingestion &amp; data sources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4846320" y="172821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AR Medical Dataset with Realistic Denial (Kaggle), loaded as CSV — a back-book scan of historical claim adjudications.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502920" y="2770632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Processing &amp; AI engine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4846320" y="289864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exact-match, logistic-regression, and k-NN detectors run in parallel; a governance check validates that the denial pattern is learnable before surfacing findings.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3941064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&amp; storage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846320" y="4069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wrongful denials returned as a structured JSON dictionary of claim IDs per detector.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5111496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5239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&amp; delivery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846320" y="523951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output consumed downstream by the review UI and LLM integration (separate team members).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502920" y="63002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replace with your own architecture diagram if you have one.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DEPLOYMENT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&amp; Where It Will Be Deployed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[Cloud / on-prem / hybrid; VPC; client premises]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297680" y="2651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it connects to client systems / data]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&amp; compliance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29768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 handling, PII, audit, regulatory needs]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Rollout approach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297680" y="45720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[Pilot → phased rollout → scale; support model]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&amp; support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297680" y="55321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runs it post go-live; SLAs, monitoring]</a:t>
            </a:r>
            <a:endParaRPr lang="en-US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IDENTIFIED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We Will Deploy &amp; Sell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targets — </a:t>
            </a: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specific clients / accounts, not just segments]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Existing clients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A — why a fit]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B — why a fit]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261104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98264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logos / pipeline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443984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[Prospect A — segment]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[Prospect B — segment]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8019288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6448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202168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[Partner / channel]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[Co-develop opportunity]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GTM Strategy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Positioning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EXL is positioned in this space]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2512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&amp; channel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382512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[Dedicated team / partners / co-develop]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8580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[Usage / SaaS / outcome-based / transaction]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6199632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&amp; marketing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382512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[Webinars, events, thought leadership]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EXL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" id="{68B02986-82C5-4061-A57C-C8B87125180A}" vid="{4677AF4B-9B33-4684-B6BB-99EE4D7BDE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465</Words>
  <Application>Microsoft Office PowerPoint</Application>
  <PresentationFormat>Widescreen</PresentationFormat>
  <Paragraphs>86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1_Office Theme</vt:lpstr>
      <vt:lpstr>EXL</vt:lpstr>
      <vt:lpstr>Reference Deck - [Solution Name]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Vinayak Chopra</dc:creator>
  <cp:lastModifiedBy>Vinayak Chopra</cp:lastModifiedBy>
  <cp:revision>2</cp:revision>
  <dcterms:created xsi:type="dcterms:W3CDTF">2026-08-12T10:03:27Z</dcterms:created>
  <dcterms:modified xsi:type="dcterms:W3CDTF">2026-08-13T09:35:29Z</dcterms:modified>
</cp:coreProperties>
</file>