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3"/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5" name="Google Shape;44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1" name="Google Shape;46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Detail for Q&amp;A: Approved twin = 'Claim at insurance' + 'Claim in Process'. Denied excludes admin codes (Incorrect Submission, Provider Info Missing, Claim not on file). Exact match = equivalence classes on insurer, Primary/Secondary, Client + billed-amount &amp; filing-delay bands. LR matches on propensity logit within a caliper. k-NN uses an auto-calibrated distance threshold. Output keys: exact_match, logistic_regression, k-NN.</a:t>
            </a:r>
          </a:p>
        </p:txBody>
      </p:sp>
      <p:sp>
        <p:nvSpPr>
          <p:cNvPr id="462" name="Google Shape;46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9" name="Google Shape;48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Detail for Q&amp;A: FastAPI + scikit-learn + pandas/numpy; React + Vite + TypeScript. Endpoints: /audit, /audit/upload, /schema/preview, /health. Schema adapter fuzzy-matches columns/status vocab (strict/adapted/insufficient). Algorithms degrade gracefully with warnings. IDs round-trip via surrogate keys. Tunables: logistic_caliper_multiplier 0.20, knn_control_quantile 0.75. LR reports CV ROC-AUC. UI (built here): drag-and-drop CSV upload + validation; settings panel (caliper, k-NN quantile, max items); Results per-detector counts + flagged claim-ID lists + schema_report notices; light/dark theme; VITE_API_BASE_URL -&gt; FastAPI CORS.</a:t>
            </a:r>
          </a:p>
        </p:txBody>
      </p:sp>
      <p:sp>
        <p:nvSpPr>
          <p:cNvPr id="490" name="Google Shape;49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9" name="Google Shape;50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1" name="Google Shape;53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9" name="Google Shape;54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 white">
  <p:cSld name="Cover title white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457200" y="457200"/>
            <a:ext cx="11277600" cy="34135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Calibri"/>
              <a:buNone/>
              <a:defRPr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57199" y="4027501"/>
            <a:ext cx="11277599" cy="936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Logo  Description automatically generated"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layout">
  <p:cSld name="One column layou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457200" y="543491"/>
            <a:ext cx="11277600" cy="6725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>
            <p:ph idx="1" type="body"/>
          </p:nvPr>
        </p:nvSpPr>
        <p:spPr>
          <a:xfrm>
            <a:off x="485481" y="1420992"/>
            <a:ext cx="11249320" cy="4543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alk-In Logo Orange">
  <p:cSld name="Walk-In Logo Orange">
    <p:bg>
      <p:bgPr>
        <a:solidFill>
          <a:schemeClr val="dk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0621" y="89262"/>
            <a:ext cx="10490758" cy="667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alk-In Logo White">
  <p:cSld name="Walk-In Logo White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 orange">
  <p:cSld name="Cover title orange">
    <p:bg>
      <p:bgPr>
        <a:solidFill>
          <a:schemeClr val="dk2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ctrTitle"/>
          </p:nvPr>
        </p:nvSpPr>
        <p:spPr>
          <a:xfrm>
            <a:off x="457200" y="457200"/>
            <a:ext cx="11277600" cy="34135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subTitle"/>
          </p:nvPr>
        </p:nvSpPr>
        <p:spPr>
          <a:xfrm>
            <a:off x="457199" y="4027501"/>
            <a:ext cx="11277599" cy="936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8" name="Google Shape;2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 white photo">
  <p:cSld name="Cover title white photo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1" name="Google Shape;31;p7"/>
          <p:cNvSpPr txBox="1"/>
          <p:nvPr>
            <p:ph type="ctrTitle"/>
          </p:nvPr>
        </p:nvSpPr>
        <p:spPr>
          <a:xfrm>
            <a:off x="457200" y="457200"/>
            <a:ext cx="11277600" cy="34135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subTitle"/>
          </p:nvPr>
        </p:nvSpPr>
        <p:spPr>
          <a:xfrm>
            <a:off x="457199" y="4027501"/>
            <a:ext cx="11277599" cy="936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3" name="Google Shape;33;p7"/>
          <p:cNvSpPr txBox="1"/>
          <p:nvPr>
            <p:ph idx="3" type="body"/>
          </p:nvPr>
        </p:nvSpPr>
        <p:spPr>
          <a:xfrm>
            <a:off x="10956018" y="6132957"/>
            <a:ext cx="987552" cy="63093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 arrow window">
  <p:cSld name="Cover title arrow window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048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0" y="0"/>
            <a:ext cx="12188952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type="ctrTitle"/>
          </p:nvPr>
        </p:nvSpPr>
        <p:spPr>
          <a:xfrm>
            <a:off x="2752627" y="457200"/>
            <a:ext cx="5637229" cy="34135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Calibri"/>
              <a:buNone/>
              <a:defRPr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3" type="subTitle"/>
          </p:nvPr>
        </p:nvSpPr>
        <p:spPr>
          <a:xfrm>
            <a:off x="2752627" y="4027501"/>
            <a:ext cx="5637229" cy="936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9" name="Google Shape;39;p8"/>
          <p:cNvSpPr/>
          <p:nvPr/>
        </p:nvSpPr>
        <p:spPr>
          <a:xfrm>
            <a:off x="11165667" y="6343011"/>
            <a:ext cx="568443" cy="210443"/>
          </a:xfrm>
          <a:custGeom>
            <a:rect b="b" l="l" r="r" t="t"/>
            <a:pathLst>
              <a:path extrusionOk="0" h="40025" w="69073">
                <a:moveTo>
                  <a:pt x="4015" y="0"/>
                </a:moveTo>
                <a:cubicBezTo>
                  <a:pt x="1810" y="0"/>
                  <a:pt x="1" y="2844"/>
                  <a:pt x="1" y="6343"/>
                </a:cubicBezTo>
                <a:cubicBezTo>
                  <a:pt x="1" y="33719"/>
                  <a:pt x="1" y="33719"/>
                  <a:pt x="1" y="33719"/>
                </a:cubicBezTo>
                <a:cubicBezTo>
                  <a:pt x="1" y="37218"/>
                  <a:pt x="1810" y="40025"/>
                  <a:pt x="4015" y="40025"/>
                </a:cubicBezTo>
                <a:lnTo>
                  <a:pt x="21300" y="40025"/>
                </a:lnTo>
                <a:cubicBezTo>
                  <a:pt x="21300" y="33099"/>
                  <a:pt x="21300" y="33099"/>
                  <a:pt x="21300" y="33099"/>
                </a:cubicBezTo>
                <a:lnTo>
                  <a:pt x="4618" y="33099"/>
                </a:lnTo>
                <a:cubicBezTo>
                  <a:pt x="4618" y="23475"/>
                  <a:pt x="4618" y="23475"/>
                  <a:pt x="4618" y="23475"/>
                </a:cubicBezTo>
                <a:lnTo>
                  <a:pt x="21300" y="23475"/>
                </a:lnTo>
                <a:cubicBezTo>
                  <a:pt x="21300" y="16550"/>
                  <a:pt x="21300" y="16550"/>
                  <a:pt x="21300" y="16550"/>
                </a:cubicBezTo>
                <a:lnTo>
                  <a:pt x="4618" y="16550"/>
                </a:lnTo>
                <a:cubicBezTo>
                  <a:pt x="4618" y="6926"/>
                  <a:pt x="4618" y="6926"/>
                  <a:pt x="4618" y="6926"/>
                </a:cubicBezTo>
                <a:lnTo>
                  <a:pt x="21300" y="6926"/>
                </a:lnTo>
                <a:cubicBezTo>
                  <a:pt x="21300" y="0"/>
                  <a:pt x="21300" y="0"/>
                  <a:pt x="21300" y="0"/>
                </a:cubicBezTo>
                <a:close/>
                <a:moveTo>
                  <a:pt x="23388" y="0"/>
                </a:moveTo>
                <a:cubicBezTo>
                  <a:pt x="32599" y="20013"/>
                  <a:pt x="32599" y="20013"/>
                  <a:pt x="32599" y="20013"/>
                </a:cubicBezTo>
                <a:cubicBezTo>
                  <a:pt x="23388" y="40025"/>
                  <a:pt x="23388" y="40025"/>
                  <a:pt x="23388" y="40025"/>
                </a:cubicBezTo>
                <a:lnTo>
                  <a:pt x="29073" y="40025"/>
                </a:lnTo>
                <a:cubicBezTo>
                  <a:pt x="35546" y="25845"/>
                  <a:pt x="35546" y="25845"/>
                  <a:pt x="35546" y="25845"/>
                </a:cubicBezTo>
                <a:lnTo>
                  <a:pt x="42019" y="40025"/>
                </a:lnTo>
                <a:lnTo>
                  <a:pt x="47704" y="40025"/>
                </a:lnTo>
                <a:cubicBezTo>
                  <a:pt x="38493" y="20013"/>
                  <a:pt x="38493" y="20013"/>
                  <a:pt x="38493" y="20013"/>
                </a:cubicBezTo>
                <a:cubicBezTo>
                  <a:pt x="47704" y="0"/>
                  <a:pt x="47704" y="0"/>
                  <a:pt x="47704" y="0"/>
                </a:cubicBezTo>
                <a:lnTo>
                  <a:pt x="42019" y="0"/>
                </a:lnTo>
                <a:cubicBezTo>
                  <a:pt x="35546" y="14217"/>
                  <a:pt x="35546" y="14217"/>
                  <a:pt x="35546" y="14217"/>
                </a:cubicBezTo>
                <a:cubicBezTo>
                  <a:pt x="29073" y="0"/>
                  <a:pt x="29073" y="0"/>
                  <a:pt x="29073" y="0"/>
                </a:cubicBezTo>
                <a:close/>
                <a:moveTo>
                  <a:pt x="49769" y="0"/>
                </a:moveTo>
                <a:cubicBezTo>
                  <a:pt x="49769" y="33719"/>
                  <a:pt x="49769" y="33719"/>
                  <a:pt x="49769" y="33719"/>
                </a:cubicBezTo>
                <a:cubicBezTo>
                  <a:pt x="49769" y="37218"/>
                  <a:pt x="51578" y="40025"/>
                  <a:pt x="53806" y="40025"/>
                </a:cubicBezTo>
                <a:lnTo>
                  <a:pt x="69073" y="40025"/>
                </a:lnTo>
                <a:cubicBezTo>
                  <a:pt x="69073" y="32698"/>
                  <a:pt x="69073" y="32698"/>
                  <a:pt x="69073" y="32698"/>
                </a:cubicBezTo>
                <a:lnTo>
                  <a:pt x="55082" y="32698"/>
                </a:lnTo>
                <a:cubicBezTo>
                  <a:pt x="55082" y="0"/>
                  <a:pt x="55082" y="0"/>
                  <a:pt x="55082" y="0"/>
                </a:cubicBezTo>
                <a:close/>
              </a:path>
            </a:pathLst>
          </a:custGeom>
          <a:solidFill>
            <a:srgbClr val="FB4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 orange photo">
  <p:cSld name="Cover title orange photo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42" name="Google Shape;42;p9"/>
          <p:cNvSpPr txBox="1"/>
          <p:nvPr>
            <p:ph type="ctrTitle"/>
          </p:nvPr>
        </p:nvSpPr>
        <p:spPr>
          <a:xfrm>
            <a:off x="457200" y="457200"/>
            <a:ext cx="11277600" cy="34135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Calibri"/>
              <a:buNone/>
              <a:defRPr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457199" y="4027501"/>
            <a:ext cx="11277599" cy="936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4" name="Google Shape;44;p9"/>
          <p:cNvSpPr/>
          <p:nvPr/>
        </p:nvSpPr>
        <p:spPr>
          <a:xfrm>
            <a:off x="11165667" y="6343011"/>
            <a:ext cx="568443" cy="210443"/>
          </a:xfrm>
          <a:custGeom>
            <a:rect b="b" l="l" r="r" t="t"/>
            <a:pathLst>
              <a:path extrusionOk="0" h="40025" w="69073">
                <a:moveTo>
                  <a:pt x="4015" y="0"/>
                </a:moveTo>
                <a:cubicBezTo>
                  <a:pt x="1810" y="0"/>
                  <a:pt x="1" y="2844"/>
                  <a:pt x="1" y="6343"/>
                </a:cubicBezTo>
                <a:cubicBezTo>
                  <a:pt x="1" y="33719"/>
                  <a:pt x="1" y="33719"/>
                  <a:pt x="1" y="33719"/>
                </a:cubicBezTo>
                <a:cubicBezTo>
                  <a:pt x="1" y="37218"/>
                  <a:pt x="1810" y="40025"/>
                  <a:pt x="4015" y="40025"/>
                </a:cubicBezTo>
                <a:lnTo>
                  <a:pt x="21300" y="40025"/>
                </a:lnTo>
                <a:cubicBezTo>
                  <a:pt x="21300" y="33099"/>
                  <a:pt x="21300" y="33099"/>
                  <a:pt x="21300" y="33099"/>
                </a:cubicBezTo>
                <a:lnTo>
                  <a:pt x="4618" y="33099"/>
                </a:lnTo>
                <a:cubicBezTo>
                  <a:pt x="4618" y="23475"/>
                  <a:pt x="4618" y="23475"/>
                  <a:pt x="4618" y="23475"/>
                </a:cubicBezTo>
                <a:lnTo>
                  <a:pt x="21300" y="23475"/>
                </a:lnTo>
                <a:cubicBezTo>
                  <a:pt x="21300" y="16550"/>
                  <a:pt x="21300" y="16550"/>
                  <a:pt x="21300" y="16550"/>
                </a:cubicBezTo>
                <a:lnTo>
                  <a:pt x="4618" y="16550"/>
                </a:lnTo>
                <a:cubicBezTo>
                  <a:pt x="4618" y="6926"/>
                  <a:pt x="4618" y="6926"/>
                  <a:pt x="4618" y="6926"/>
                </a:cubicBezTo>
                <a:lnTo>
                  <a:pt x="21300" y="6926"/>
                </a:lnTo>
                <a:cubicBezTo>
                  <a:pt x="21300" y="0"/>
                  <a:pt x="21300" y="0"/>
                  <a:pt x="21300" y="0"/>
                </a:cubicBezTo>
                <a:close/>
                <a:moveTo>
                  <a:pt x="23388" y="0"/>
                </a:moveTo>
                <a:cubicBezTo>
                  <a:pt x="32599" y="20013"/>
                  <a:pt x="32599" y="20013"/>
                  <a:pt x="32599" y="20013"/>
                </a:cubicBezTo>
                <a:cubicBezTo>
                  <a:pt x="23388" y="40025"/>
                  <a:pt x="23388" y="40025"/>
                  <a:pt x="23388" y="40025"/>
                </a:cubicBezTo>
                <a:lnTo>
                  <a:pt x="29073" y="40025"/>
                </a:lnTo>
                <a:cubicBezTo>
                  <a:pt x="35546" y="25845"/>
                  <a:pt x="35546" y="25845"/>
                  <a:pt x="35546" y="25845"/>
                </a:cubicBezTo>
                <a:lnTo>
                  <a:pt x="42019" y="40025"/>
                </a:lnTo>
                <a:lnTo>
                  <a:pt x="47704" y="40025"/>
                </a:lnTo>
                <a:cubicBezTo>
                  <a:pt x="38493" y="20013"/>
                  <a:pt x="38493" y="20013"/>
                  <a:pt x="38493" y="20013"/>
                </a:cubicBezTo>
                <a:cubicBezTo>
                  <a:pt x="47704" y="0"/>
                  <a:pt x="47704" y="0"/>
                  <a:pt x="47704" y="0"/>
                </a:cubicBezTo>
                <a:lnTo>
                  <a:pt x="42019" y="0"/>
                </a:lnTo>
                <a:cubicBezTo>
                  <a:pt x="35546" y="14217"/>
                  <a:pt x="35546" y="14217"/>
                  <a:pt x="35546" y="14217"/>
                </a:cubicBezTo>
                <a:cubicBezTo>
                  <a:pt x="29073" y="0"/>
                  <a:pt x="29073" y="0"/>
                  <a:pt x="29073" y="0"/>
                </a:cubicBezTo>
                <a:close/>
                <a:moveTo>
                  <a:pt x="49769" y="0"/>
                </a:moveTo>
                <a:cubicBezTo>
                  <a:pt x="49769" y="33719"/>
                  <a:pt x="49769" y="33719"/>
                  <a:pt x="49769" y="33719"/>
                </a:cubicBezTo>
                <a:cubicBezTo>
                  <a:pt x="49769" y="37218"/>
                  <a:pt x="51578" y="40025"/>
                  <a:pt x="53806" y="40025"/>
                </a:cubicBezTo>
                <a:lnTo>
                  <a:pt x="69073" y="40025"/>
                </a:lnTo>
                <a:cubicBezTo>
                  <a:pt x="69073" y="32698"/>
                  <a:pt x="69073" y="32698"/>
                  <a:pt x="69073" y="32698"/>
                </a:cubicBezTo>
                <a:lnTo>
                  <a:pt x="55082" y="32698"/>
                </a:lnTo>
                <a:cubicBezTo>
                  <a:pt x="55082" y="0"/>
                  <a:pt x="55082" y="0"/>
                  <a:pt x="55082" y="0"/>
                </a:cubicBezTo>
                <a:close/>
              </a:path>
            </a:pathLst>
          </a:custGeom>
          <a:solidFill>
            <a:srgbClr val="FB4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ate blue bkgrd">
  <p:cSld name="Divider slate blue bkgrd">
    <p:bg>
      <p:bgPr>
        <a:solidFill>
          <a:schemeClr val="accen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ctrTitle"/>
          </p:nvPr>
        </p:nvSpPr>
        <p:spPr>
          <a:xfrm>
            <a:off x="6679096" y="1705356"/>
            <a:ext cx="5055704" cy="344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7" name="Google Shape;47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" name="Google Shape;48;p10"/>
          <p:cNvGrpSpPr/>
          <p:nvPr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49" name="Google Shape;49;p10"/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10"/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10"/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light blue bkgrd">
  <p:cSld name="Divider light blue bkgrd">
    <p:bg>
      <p:bgPr>
        <a:solidFill>
          <a:schemeClr val="accent5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type="ctrTitle"/>
          </p:nvPr>
        </p:nvSpPr>
        <p:spPr>
          <a:xfrm>
            <a:off x="6679096" y="1705356"/>
            <a:ext cx="5055704" cy="344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Calibri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4" name="Google Shape;54;p11"/>
          <p:cNvGrpSpPr/>
          <p:nvPr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55" name="Google Shape;55;p11"/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11"/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11"/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" name="Google Shape;58;p11"/>
          <p:cNvSpPr/>
          <p:nvPr/>
        </p:nvSpPr>
        <p:spPr>
          <a:xfrm>
            <a:off x="11165667" y="6343011"/>
            <a:ext cx="568443" cy="210443"/>
          </a:xfrm>
          <a:custGeom>
            <a:rect b="b" l="l" r="r" t="t"/>
            <a:pathLst>
              <a:path extrusionOk="0" h="40025" w="69073">
                <a:moveTo>
                  <a:pt x="4015" y="0"/>
                </a:moveTo>
                <a:cubicBezTo>
                  <a:pt x="1810" y="0"/>
                  <a:pt x="1" y="2844"/>
                  <a:pt x="1" y="6343"/>
                </a:cubicBezTo>
                <a:cubicBezTo>
                  <a:pt x="1" y="33719"/>
                  <a:pt x="1" y="33719"/>
                  <a:pt x="1" y="33719"/>
                </a:cubicBezTo>
                <a:cubicBezTo>
                  <a:pt x="1" y="37218"/>
                  <a:pt x="1810" y="40025"/>
                  <a:pt x="4015" y="40025"/>
                </a:cubicBezTo>
                <a:lnTo>
                  <a:pt x="21300" y="40025"/>
                </a:lnTo>
                <a:cubicBezTo>
                  <a:pt x="21300" y="33099"/>
                  <a:pt x="21300" y="33099"/>
                  <a:pt x="21300" y="33099"/>
                </a:cubicBezTo>
                <a:lnTo>
                  <a:pt x="4618" y="33099"/>
                </a:lnTo>
                <a:cubicBezTo>
                  <a:pt x="4618" y="23475"/>
                  <a:pt x="4618" y="23475"/>
                  <a:pt x="4618" y="23475"/>
                </a:cubicBezTo>
                <a:lnTo>
                  <a:pt x="21300" y="23475"/>
                </a:lnTo>
                <a:cubicBezTo>
                  <a:pt x="21300" y="16550"/>
                  <a:pt x="21300" y="16550"/>
                  <a:pt x="21300" y="16550"/>
                </a:cubicBezTo>
                <a:lnTo>
                  <a:pt x="4618" y="16550"/>
                </a:lnTo>
                <a:cubicBezTo>
                  <a:pt x="4618" y="6926"/>
                  <a:pt x="4618" y="6926"/>
                  <a:pt x="4618" y="6926"/>
                </a:cubicBezTo>
                <a:lnTo>
                  <a:pt x="21300" y="6926"/>
                </a:lnTo>
                <a:cubicBezTo>
                  <a:pt x="21300" y="0"/>
                  <a:pt x="21300" y="0"/>
                  <a:pt x="21300" y="0"/>
                </a:cubicBezTo>
                <a:close/>
                <a:moveTo>
                  <a:pt x="23388" y="0"/>
                </a:moveTo>
                <a:cubicBezTo>
                  <a:pt x="32599" y="20013"/>
                  <a:pt x="32599" y="20013"/>
                  <a:pt x="32599" y="20013"/>
                </a:cubicBezTo>
                <a:cubicBezTo>
                  <a:pt x="23388" y="40025"/>
                  <a:pt x="23388" y="40025"/>
                  <a:pt x="23388" y="40025"/>
                </a:cubicBezTo>
                <a:lnTo>
                  <a:pt x="29073" y="40025"/>
                </a:lnTo>
                <a:cubicBezTo>
                  <a:pt x="35546" y="25845"/>
                  <a:pt x="35546" y="25845"/>
                  <a:pt x="35546" y="25845"/>
                </a:cubicBezTo>
                <a:lnTo>
                  <a:pt x="42019" y="40025"/>
                </a:lnTo>
                <a:lnTo>
                  <a:pt x="47704" y="40025"/>
                </a:lnTo>
                <a:cubicBezTo>
                  <a:pt x="38493" y="20013"/>
                  <a:pt x="38493" y="20013"/>
                  <a:pt x="38493" y="20013"/>
                </a:cubicBezTo>
                <a:cubicBezTo>
                  <a:pt x="47704" y="0"/>
                  <a:pt x="47704" y="0"/>
                  <a:pt x="47704" y="0"/>
                </a:cubicBezTo>
                <a:lnTo>
                  <a:pt x="42019" y="0"/>
                </a:lnTo>
                <a:cubicBezTo>
                  <a:pt x="35546" y="14217"/>
                  <a:pt x="35546" y="14217"/>
                  <a:pt x="35546" y="14217"/>
                </a:cubicBezTo>
                <a:cubicBezTo>
                  <a:pt x="29073" y="0"/>
                  <a:pt x="29073" y="0"/>
                  <a:pt x="29073" y="0"/>
                </a:cubicBezTo>
                <a:close/>
                <a:moveTo>
                  <a:pt x="49769" y="0"/>
                </a:moveTo>
                <a:cubicBezTo>
                  <a:pt x="49769" y="33719"/>
                  <a:pt x="49769" y="33719"/>
                  <a:pt x="49769" y="33719"/>
                </a:cubicBezTo>
                <a:cubicBezTo>
                  <a:pt x="49769" y="37218"/>
                  <a:pt x="51578" y="40025"/>
                  <a:pt x="53806" y="40025"/>
                </a:cubicBezTo>
                <a:lnTo>
                  <a:pt x="69073" y="40025"/>
                </a:lnTo>
                <a:cubicBezTo>
                  <a:pt x="69073" y="32698"/>
                  <a:pt x="69073" y="32698"/>
                  <a:pt x="69073" y="32698"/>
                </a:cubicBezTo>
                <a:lnTo>
                  <a:pt x="55082" y="32698"/>
                </a:lnTo>
                <a:cubicBezTo>
                  <a:pt x="55082" y="0"/>
                  <a:pt x="55082" y="0"/>
                  <a:pt x="55082" y="0"/>
                </a:cubicBezTo>
                <a:close/>
              </a:path>
            </a:pathLst>
          </a:custGeom>
          <a:solidFill>
            <a:srgbClr val="FB4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triangle slate blue">
  <p:cSld name="Divider triangle slate blue">
    <p:bg>
      <p:bgPr>
        <a:solidFill>
          <a:schemeClr val="accen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/>
          <p:nvPr/>
        </p:nvSpPr>
        <p:spPr>
          <a:xfrm>
            <a:off x="1041123" y="1864380"/>
            <a:ext cx="4572001" cy="3152731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2"/>
          <p:cNvSpPr txBox="1"/>
          <p:nvPr>
            <p:ph type="ctrTitle"/>
          </p:nvPr>
        </p:nvSpPr>
        <p:spPr>
          <a:xfrm>
            <a:off x="6679096" y="1705356"/>
            <a:ext cx="5055704" cy="344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2" name="Google Shape;62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triangle light blue">
  <p:cSld name="Divider triangle light blue">
    <p:bg>
      <p:bgPr>
        <a:solidFill>
          <a:schemeClr val="accent5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6679096" y="1705356"/>
            <a:ext cx="5055704" cy="344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Calibri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/>
          <p:nvPr/>
        </p:nvSpPr>
        <p:spPr>
          <a:xfrm>
            <a:off x="11165667" y="6343011"/>
            <a:ext cx="568443" cy="210443"/>
          </a:xfrm>
          <a:custGeom>
            <a:rect b="b" l="l" r="r" t="t"/>
            <a:pathLst>
              <a:path extrusionOk="0" h="40025" w="69073">
                <a:moveTo>
                  <a:pt x="4015" y="0"/>
                </a:moveTo>
                <a:cubicBezTo>
                  <a:pt x="1810" y="0"/>
                  <a:pt x="1" y="2844"/>
                  <a:pt x="1" y="6343"/>
                </a:cubicBezTo>
                <a:cubicBezTo>
                  <a:pt x="1" y="33719"/>
                  <a:pt x="1" y="33719"/>
                  <a:pt x="1" y="33719"/>
                </a:cubicBezTo>
                <a:cubicBezTo>
                  <a:pt x="1" y="37218"/>
                  <a:pt x="1810" y="40025"/>
                  <a:pt x="4015" y="40025"/>
                </a:cubicBezTo>
                <a:lnTo>
                  <a:pt x="21300" y="40025"/>
                </a:lnTo>
                <a:cubicBezTo>
                  <a:pt x="21300" y="33099"/>
                  <a:pt x="21300" y="33099"/>
                  <a:pt x="21300" y="33099"/>
                </a:cubicBezTo>
                <a:lnTo>
                  <a:pt x="4618" y="33099"/>
                </a:lnTo>
                <a:cubicBezTo>
                  <a:pt x="4618" y="23475"/>
                  <a:pt x="4618" y="23475"/>
                  <a:pt x="4618" y="23475"/>
                </a:cubicBezTo>
                <a:lnTo>
                  <a:pt x="21300" y="23475"/>
                </a:lnTo>
                <a:cubicBezTo>
                  <a:pt x="21300" y="16550"/>
                  <a:pt x="21300" y="16550"/>
                  <a:pt x="21300" y="16550"/>
                </a:cubicBezTo>
                <a:lnTo>
                  <a:pt x="4618" y="16550"/>
                </a:lnTo>
                <a:cubicBezTo>
                  <a:pt x="4618" y="6926"/>
                  <a:pt x="4618" y="6926"/>
                  <a:pt x="4618" y="6926"/>
                </a:cubicBezTo>
                <a:lnTo>
                  <a:pt x="21300" y="6926"/>
                </a:lnTo>
                <a:cubicBezTo>
                  <a:pt x="21300" y="0"/>
                  <a:pt x="21300" y="0"/>
                  <a:pt x="21300" y="0"/>
                </a:cubicBezTo>
                <a:close/>
                <a:moveTo>
                  <a:pt x="23388" y="0"/>
                </a:moveTo>
                <a:cubicBezTo>
                  <a:pt x="32599" y="20013"/>
                  <a:pt x="32599" y="20013"/>
                  <a:pt x="32599" y="20013"/>
                </a:cubicBezTo>
                <a:cubicBezTo>
                  <a:pt x="23388" y="40025"/>
                  <a:pt x="23388" y="40025"/>
                  <a:pt x="23388" y="40025"/>
                </a:cubicBezTo>
                <a:lnTo>
                  <a:pt x="29073" y="40025"/>
                </a:lnTo>
                <a:cubicBezTo>
                  <a:pt x="35546" y="25845"/>
                  <a:pt x="35546" y="25845"/>
                  <a:pt x="35546" y="25845"/>
                </a:cubicBezTo>
                <a:lnTo>
                  <a:pt x="42019" y="40025"/>
                </a:lnTo>
                <a:lnTo>
                  <a:pt x="47704" y="40025"/>
                </a:lnTo>
                <a:cubicBezTo>
                  <a:pt x="38493" y="20013"/>
                  <a:pt x="38493" y="20013"/>
                  <a:pt x="38493" y="20013"/>
                </a:cubicBezTo>
                <a:cubicBezTo>
                  <a:pt x="47704" y="0"/>
                  <a:pt x="47704" y="0"/>
                  <a:pt x="47704" y="0"/>
                </a:cubicBezTo>
                <a:lnTo>
                  <a:pt x="42019" y="0"/>
                </a:lnTo>
                <a:cubicBezTo>
                  <a:pt x="35546" y="14217"/>
                  <a:pt x="35546" y="14217"/>
                  <a:pt x="35546" y="14217"/>
                </a:cubicBezTo>
                <a:cubicBezTo>
                  <a:pt x="29073" y="0"/>
                  <a:pt x="29073" y="0"/>
                  <a:pt x="29073" y="0"/>
                </a:cubicBezTo>
                <a:close/>
                <a:moveTo>
                  <a:pt x="49769" y="0"/>
                </a:moveTo>
                <a:cubicBezTo>
                  <a:pt x="49769" y="33719"/>
                  <a:pt x="49769" y="33719"/>
                  <a:pt x="49769" y="33719"/>
                </a:cubicBezTo>
                <a:cubicBezTo>
                  <a:pt x="49769" y="37218"/>
                  <a:pt x="51578" y="40025"/>
                  <a:pt x="53806" y="40025"/>
                </a:cubicBezTo>
                <a:lnTo>
                  <a:pt x="69073" y="40025"/>
                </a:lnTo>
                <a:cubicBezTo>
                  <a:pt x="69073" y="32698"/>
                  <a:pt x="69073" y="32698"/>
                  <a:pt x="69073" y="32698"/>
                </a:cubicBezTo>
                <a:lnTo>
                  <a:pt x="55082" y="32698"/>
                </a:lnTo>
                <a:cubicBezTo>
                  <a:pt x="55082" y="0"/>
                  <a:pt x="55082" y="0"/>
                  <a:pt x="55082" y="0"/>
                </a:cubicBezTo>
                <a:close/>
              </a:path>
            </a:pathLst>
          </a:custGeom>
          <a:solidFill>
            <a:srgbClr val="FB4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1041123" y="1864380"/>
            <a:ext cx="4572001" cy="3152731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photo">
  <p:cSld name="Divider photo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4"/>
          <p:cNvSpPr txBox="1"/>
          <p:nvPr>
            <p:ph type="ctrTitle"/>
          </p:nvPr>
        </p:nvSpPr>
        <p:spPr>
          <a:xfrm>
            <a:off x="6679096" y="1705356"/>
            <a:ext cx="5055704" cy="344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Calibri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/>
          <p:nvPr/>
        </p:nvSpPr>
        <p:spPr>
          <a:xfrm>
            <a:off x="11165667" y="6343011"/>
            <a:ext cx="568443" cy="210443"/>
          </a:xfrm>
          <a:custGeom>
            <a:rect b="b" l="l" r="r" t="t"/>
            <a:pathLst>
              <a:path extrusionOk="0" h="40025" w="69073">
                <a:moveTo>
                  <a:pt x="4015" y="0"/>
                </a:moveTo>
                <a:cubicBezTo>
                  <a:pt x="1810" y="0"/>
                  <a:pt x="1" y="2844"/>
                  <a:pt x="1" y="6343"/>
                </a:cubicBezTo>
                <a:cubicBezTo>
                  <a:pt x="1" y="33719"/>
                  <a:pt x="1" y="33719"/>
                  <a:pt x="1" y="33719"/>
                </a:cubicBezTo>
                <a:cubicBezTo>
                  <a:pt x="1" y="37218"/>
                  <a:pt x="1810" y="40025"/>
                  <a:pt x="4015" y="40025"/>
                </a:cubicBezTo>
                <a:lnTo>
                  <a:pt x="21300" y="40025"/>
                </a:lnTo>
                <a:cubicBezTo>
                  <a:pt x="21300" y="33099"/>
                  <a:pt x="21300" y="33099"/>
                  <a:pt x="21300" y="33099"/>
                </a:cubicBezTo>
                <a:lnTo>
                  <a:pt x="4618" y="33099"/>
                </a:lnTo>
                <a:cubicBezTo>
                  <a:pt x="4618" y="23475"/>
                  <a:pt x="4618" y="23475"/>
                  <a:pt x="4618" y="23475"/>
                </a:cubicBezTo>
                <a:lnTo>
                  <a:pt x="21300" y="23475"/>
                </a:lnTo>
                <a:cubicBezTo>
                  <a:pt x="21300" y="16550"/>
                  <a:pt x="21300" y="16550"/>
                  <a:pt x="21300" y="16550"/>
                </a:cubicBezTo>
                <a:lnTo>
                  <a:pt x="4618" y="16550"/>
                </a:lnTo>
                <a:cubicBezTo>
                  <a:pt x="4618" y="6926"/>
                  <a:pt x="4618" y="6926"/>
                  <a:pt x="4618" y="6926"/>
                </a:cubicBezTo>
                <a:lnTo>
                  <a:pt x="21300" y="6926"/>
                </a:lnTo>
                <a:cubicBezTo>
                  <a:pt x="21300" y="0"/>
                  <a:pt x="21300" y="0"/>
                  <a:pt x="21300" y="0"/>
                </a:cubicBezTo>
                <a:close/>
                <a:moveTo>
                  <a:pt x="23388" y="0"/>
                </a:moveTo>
                <a:cubicBezTo>
                  <a:pt x="32599" y="20013"/>
                  <a:pt x="32599" y="20013"/>
                  <a:pt x="32599" y="20013"/>
                </a:cubicBezTo>
                <a:cubicBezTo>
                  <a:pt x="23388" y="40025"/>
                  <a:pt x="23388" y="40025"/>
                  <a:pt x="23388" y="40025"/>
                </a:cubicBezTo>
                <a:lnTo>
                  <a:pt x="29073" y="40025"/>
                </a:lnTo>
                <a:cubicBezTo>
                  <a:pt x="35546" y="25845"/>
                  <a:pt x="35546" y="25845"/>
                  <a:pt x="35546" y="25845"/>
                </a:cubicBezTo>
                <a:lnTo>
                  <a:pt x="42019" y="40025"/>
                </a:lnTo>
                <a:lnTo>
                  <a:pt x="47704" y="40025"/>
                </a:lnTo>
                <a:cubicBezTo>
                  <a:pt x="38493" y="20013"/>
                  <a:pt x="38493" y="20013"/>
                  <a:pt x="38493" y="20013"/>
                </a:cubicBezTo>
                <a:cubicBezTo>
                  <a:pt x="47704" y="0"/>
                  <a:pt x="47704" y="0"/>
                  <a:pt x="47704" y="0"/>
                </a:cubicBezTo>
                <a:lnTo>
                  <a:pt x="42019" y="0"/>
                </a:lnTo>
                <a:cubicBezTo>
                  <a:pt x="35546" y="14217"/>
                  <a:pt x="35546" y="14217"/>
                  <a:pt x="35546" y="14217"/>
                </a:cubicBezTo>
                <a:cubicBezTo>
                  <a:pt x="29073" y="0"/>
                  <a:pt x="29073" y="0"/>
                  <a:pt x="29073" y="0"/>
                </a:cubicBezTo>
                <a:close/>
                <a:moveTo>
                  <a:pt x="49769" y="0"/>
                </a:moveTo>
                <a:cubicBezTo>
                  <a:pt x="49769" y="33719"/>
                  <a:pt x="49769" y="33719"/>
                  <a:pt x="49769" y="33719"/>
                </a:cubicBezTo>
                <a:cubicBezTo>
                  <a:pt x="49769" y="37218"/>
                  <a:pt x="51578" y="40025"/>
                  <a:pt x="53806" y="40025"/>
                </a:cubicBezTo>
                <a:lnTo>
                  <a:pt x="69073" y="40025"/>
                </a:lnTo>
                <a:cubicBezTo>
                  <a:pt x="69073" y="32698"/>
                  <a:pt x="69073" y="32698"/>
                  <a:pt x="69073" y="32698"/>
                </a:cubicBezTo>
                <a:lnTo>
                  <a:pt x="55082" y="32698"/>
                </a:lnTo>
                <a:cubicBezTo>
                  <a:pt x="55082" y="0"/>
                  <a:pt x="55082" y="0"/>
                  <a:pt x="55082" y="0"/>
                </a:cubicBezTo>
                <a:close/>
              </a:path>
            </a:pathLst>
          </a:custGeom>
          <a:solidFill>
            <a:srgbClr val="FB4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triangle window photo">
  <p:cSld name="Divider triangle window photo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0" y="0"/>
            <a:ext cx="12188952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accent3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–"/>
              <a:defRPr>
                <a:solidFill>
                  <a:schemeClr val="accent3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–"/>
              <a:defRPr>
                <a:solidFill>
                  <a:schemeClr val="accent3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–"/>
              <a:defRPr>
                <a:solidFill>
                  <a:schemeClr val="accent3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–"/>
              <a:defRPr>
                <a:solidFill>
                  <a:schemeClr val="accent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5"/>
          <p:cNvSpPr/>
          <p:nvPr>
            <p:ph idx="2" type="pic"/>
          </p:nvPr>
        </p:nvSpPr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5"/>
          <p:cNvSpPr txBox="1"/>
          <p:nvPr>
            <p:ph type="ctrTitle"/>
          </p:nvPr>
        </p:nvSpPr>
        <p:spPr>
          <a:xfrm>
            <a:off x="8097625" y="696688"/>
            <a:ext cx="3912124" cy="344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/>
          <p:nvPr/>
        </p:nvSpPr>
        <p:spPr>
          <a:xfrm>
            <a:off x="11165667" y="6343011"/>
            <a:ext cx="568443" cy="210443"/>
          </a:xfrm>
          <a:custGeom>
            <a:rect b="b" l="l" r="r" t="t"/>
            <a:pathLst>
              <a:path extrusionOk="0" h="40025" w="69073">
                <a:moveTo>
                  <a:pt x="4015" y="0"/>
                </a:moveTo>
                <a:cubicBezTo>
                  <a:pt x="1810" y="0"/>
                  <a:pt x="1" y="2844"/>
                  <a:pt x="1" y="6343"/>
                </a:cubicBezTo>
                <a:cubicBezTo>
                  <a:pt x="1" y="33719"/>
                  <a:pt x="1" y="33719"/>
                  <a:pt x="1" y="33719"/>
                </a:cubicBezTo>
                <a:cubicBezTo>
                  <a:pt x="1" y="37218"/>
                  <a:pt x="1810" y="40025"/>
                  <a:pt x="4015" y="40025"/>
                </a:cubicBezTo>
                <a:lnTo>
                  <a:pt x="21300" y="40025"/>
                </a:lnTo>
                <a:cubicBezTo>
                  <a:pt x="21300" y="33099"/>
                  <a:pt x="21300" y="33099"/>
                  <a:pt x="21300" y="33099"/>
                </a:cubicBezTo>
                <a:lnTo>
                  <a:pt x="4618" y="33099"/>
                </a:lnTo>
                <a:cubicBezTo>
                  <a:pt x="4618" y="23475"/>
                  <a:pt x="4618" y="23475"/>
                  <a:pt x="4618" y="23475"/>
                </a:cubicBezTo>
                <a:lnTo>
                  <a:pt x="21300" y="23475"/>
                </a:lnTo>
                <a:cubicBezTo>
                  <a:pt x="21300" y="16550"/>
                  <a:pt x="21300" y="16550"/>
                  <a:pt x="21300" y="16550"/>
                </a:cubicBezTo>
                <a:lnTo>
                  <a:pt x="4618" y="16550"/>
                </a:lnTo>
                <a:cubicBezTo>
                  <a:pt x="4618" y="6926"/>
                  <a:pt x="4618" y="6926"/>
                  <a:pt x="4618" y="6926"/>
                </a:cubicBezTo>
                <a:lnTo>
                  <a:pt x="21300" y="6926"/>
                </a:lnTo>
                <a:cubicBezTo>
                  <a:pt x="21300" y="0"/>
                  <a:pt x="21300" y="0"/>
                  <a:pt x="21300" y="0"/>
                </a:cubicBezTo>
                <a:close/>
                <a:moveTo>
                  <a:pt x="23388" y="0"/>
                </a:moveTo>
                <a:cubicBezTo>
                  <a:pt x="32599" y="20013"/>
                  <a:pt x="32599" y="20013"/>
                  <a:pt x="32599" y="20013"/>
                </a:cubicBezTo>
                <a:cubicBezTo>
                  <a:pt x="23388" y="40025"/>
                  <a:pt x="23388" y="40025"/>
                  <a:pt x="23388" y="40025"/>
                </a:cubicBezTo>
                <a:lnTo>
                  <a:pt x="29073" y="40025"/>
                </a:lnTo>
                <a:cubicBezTo>
                  <a:pt x="35546" y="25845"/>
                  <a:pt x="35546" y="25845"/>
                  <a:pt x="35546" y="25845"/>
                </a:cubicBezTo>
                <a:lnTo>
                  <a:pt x="42019" y="40025"/>
                </a:lnTo>
                <a:lnTo>
                  <a:pt x="47704" y="40025"/>
                </a:lnTo>
                <a:cubicBezTo>
                  <a:pt x="38493" y="20013"/>
                  <a:pt x="38493" y="20013"/>
                  <a:pt x="38493" y="20013"/>
                </a:cubicBezTo>
                <a:cubicBezTo>
                  <a:pt x="47704" y="0"/>
                  <a:pt x="47704" y="0"/>
                  <a:pt x="47704" y="0"/>
                </a:cubicBezTo>
                <a:lnTo>
                  <a:pt x="42019" y="0"/>
                </a:lnTo>
                <a:cubicBezTo>
                  <a:pt x="35546" y="14217"/>
                  <a:pt x="35546" y="14217"/>
                  <a:pt x="35546" y="14217"/>
                </a:cubicBezTo>
                <a:cubicBezTo>
                  <a:pt x="29073" y="0"/>
                  <a:pt x="29073" y="0"/>
                  <a:pt x="29073" y="0"/>
                </a:cubicBezTo>
                <a:close/>
                <a:moveTo>
                  <a:pt x="49769" y="0"/>
                </a:moveTo>
                <a:cubicBezTo>
                  <a:pt x="49769" y="33719"/>
                  <a:pt x="49769" y="33719"/>
                  <a:pt x="49769" y="33719"/>
                </a:cubicBezTo>
                <a:cubicBezTo>
                  <a:pt x="49769" y="37218"/>
                  <a:pt x="51578" y="40025"/>
                  <a:pt x="53806" y="40025"/>
                </a:cubicBezTo>
                <a:lnTo>
                  <a:pt x="69073" y="40025"/>
                </a:lnTo>
                <a:cubicBezTo>
                  <a:pt x="69073" y="32698"/>
                  <a:pt x="69073" y="32698"/>
                  <a:pt x="69073" y="32698"/>
                </a:cubicBezTo>
                <a:lnTo>
                  <a:pt x="55082" y="32698"/>
                </a:lnTo>
                <a:cubicBezTo>
                  <a:pt x="55082" y="0"/>
                  <a:pt x="55082" y="0"/>
                  <a:pt x="55082" y="0"/>
                </a:cubicBezTo>
                <a:close/>
              </a:path>
            </a:pathLst>
          </a:custGeom>
          <a:solidFill>
            <a:srgbClr val="FB4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subtitle">
  <p:cSld name="One column subtitle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ctrTitle"/>
          </p:nvPr>
        </p:nvSpPr>
        <p:spPr>
          <a:xfrm>
            <a:off x="457200" y="543491"/>
            <a:ext cx="11277600" cy="558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485481" y="1636226"/>
            <a:ext cx="11249320" cy="434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6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 txBox="1"/>
          <p:nvPr>
            <p:ph idx="2" type="body"/>
          </p:nvPr>
        </p:nvSpPr>
        <p:spPr>
          <a:xfrm>
            <a:off x="485481" y="1111117"/>
            <a:ext cx="11249320" cy="245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None/>
              <a:def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None/>
              <a:def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None/>
              <a:def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None/>
              <a:def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layout">
  <p:cSld name="Two column layout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ctrTitle"/>
          </p:nvPr>
        </p:nvSpPr>
        <p:spPr>
          <a:xfrm>
            <a:off x="457200" y="543491"/>
            <a:ext cx="11277600" cy="6725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485482" y="1420992"/>
            <a:ext cx="5077716" cy="4543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7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 txBox="1"/>
          <p:nvPr>
            <p:ph idx="2" type="body"/>
          </p:nvPr>
        </p:nvSpPr>
        <p:spPr>
          <a:xfrm>
            <a:off x="6019016" y="1420813"/>
            <a:ext cx="5104613" cy="4572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subtitle">
  <p:cSld name="Two column subtitle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ctrTitle"/>
          </p:nvPr>
        </p:nvSpPr>
        <p:spPr>
          <a:xfrm>
            <a:off x="457200" y="543492"/>
            <a:ext cx="11277600" cy="567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3" name="Google Shape;9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485482" y="1636226"/>
            <a:ext cx="5077716" cy="4543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8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8"/>
          <p:cNvSpPr txBox="1"/>
          <p:nvPr>
            <p:ph idx="2" type="body"/>
          </p:nvPr>
        </p:nvSpPr>
        <p:spPr>
          <a:xfrm>
            <a:off x="6019016" y="1636226"/>
            <a:ext cx="5104613" cy="4572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3" type="body"/>
          </p:nvPr>
        </p:nvSpPr>
        <p:spPr>
          <a:xfrm>
            <a:off x="485481" y="1111117"/>
            <a:ext cx="11249320" cy="245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None/>
              <a:def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None/>
              <a:def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None/>
              <a:def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None/>
              <a:def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r orange">
  <p:cSld name="Sider orange"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9"/>
          <p:cNvSpPr txBox="1"/>
          <p:nvPr>
            <p:ph type="ctrTitle"/>
          </p:nvPr>
        </p:nvSpPr>
        <p:spPr>
          <a:xfrm>
            <a:off x="457200" y="984831"/>
            <a:ext cx="3679371" cy="23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2" name="Google Shape;10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4977353" y="984831"/>
            <a:ext cx="5527444" cy="502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9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9"/>
          <p:cNvSpPr txBox="1"/>
          <p:nvPr>
            <p:ph idx="2" type="body"/>
          </p:nvPr>
        </p:nvSpPr>
        <p:spPr>
          <a:xfrm>
            <a:off x="457200" y="3325305"/>
            <a:ext cx="3679825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Calibri"/>
              <a:buNone/>
              <a:defRPr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r slate gray">
  <p:cSld name="Sider slate gray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0"/>
          <p:cNvSpPr txBox="1"/>
          <p:nvPr>
            <p:ph type="ctrTitle"/>
          </p:nvPr>
        </p:nvSpPr>
        <p:spPr>
          <a:xfrm>
            <a:off x="457200" y="984831"/>
            <a:ext cx="3679371" cy="23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4977353" y="984831"/>
            <a:ext cx="5527444" cy="502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0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113" name="Google Shape;113;p20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0"/>
          <p:cNvSpPr txBox="1"/>
          <p:nvPr>
            <p:ph idx="2" type="body"/>
          </p:nvPr>
        </p:nvSpPr>
        <p:spPr>
          <a:xfrm>
            <a:off x="457200" y="3325305"/>
            <a:ext cx="3679825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Calibri"/>
              <a:buNone/>
              <a:defRPr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r midnight blue">
  <p:cSld name="Sider midnight blue"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1"/>
          <p:cNvSpPr txBox="1"/>
          <p:nvPr>
            <p:ph type="ctrTitle"/>
          </p:nvPr>
        </p:nvSpPr>
        <p:spPr>
          <a:xfrm>
            <a:off x="457200" y="984831"/>
            <a:ext cx="3679371" cy="23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8" name="Google Shape;11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4977353" y="984831"/>
            <a:ext cx="5527444" cy="502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00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1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121" name="Google Shape;121;p21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1"/>
          <p:cNvSpPr txBox="1"/>
          <p:nvPr>
            <p:ph idx="2" type="body"/>
          </p:nvPr>
        </p:nvSpPr>
        <p:spPr>
          <a:xfrm>
            <a:off x="457200" y="3325305"/>
            <a:ext cx="3679825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Calibri"/>
              <a:buNone/>
              <a:defRPr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r light blue">
  <p:cSld name="Sider light blue"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2"/>
          <p:cNvSpPr txBox="1"/>
          <p:nvPr>
            <p:ph type="ctrTitle"/>
          </p:nvPr>
        </p:nvSpPr>
        <p:spPr>
          <a:xfrm>
            <a:off x="457200" y="984831"/>
            <a:ext cx="3679371" cy="23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  <a:defRPr sz="4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6" name="Google Shape;12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4977353" y="984831"/>
            <a:ext cx="5527444" cy="502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2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129" name="Google Shape;129;p22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2"/>
          <p:cNvSpPr txBox="1"/>
          <p:nvPr>
            <p:ph idx="2" type="body"/>
          </p:nvPr>
        </p:nvSpPr>
        <p:spPr>
          <a:xfrm>
            <a:off x="457200" y="3325305"/>
            <a:ext cx="3679825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Calibri"/>
              <a:buNone/>
              <a:defRPr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2"/>
                </a:solidFill>
              </a:defRPr>
            </a:lvl2pPr>
            <a:lvl3pPr indent="-355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r photo">
  <p:cSld name="Sider photo"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ctrTitle"/>
          </p:nvPr>
        </p:nvSpPr>
        <p:spPr>
          <a:xfrm>
            <a:off x="4977353" y="984831"/>
            <a:ext cx="6136849" cy="891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3" name="Google Shape;13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4977353" y="1883303"/>
            <a:ext cx="6136849" cy="41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23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136" name="Google Shape;136;p23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3"/>
          <p:cNvSpPr/>
          <p:nvPr>
            <p:ph idx="2" type="pic"/>
          </p:nvPr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photo graphic">
  <p:cSld name="Large photo graphic"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/>
          <p:nvPr>
            <p:ph idx="2" type="pic"/>
          </p:nvPr>
        </p:nvSpPr>
        <p:spPr>
          <a:xfrm>
            <a:off x="4433888" y="0"/>
            <a:ext cx="775811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40" name="Google Shape;140;p24"/>
          <p:cNvSpPr/>
          <p:nvPr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4"/>
          <p:cNvSpPr txBox="1"/>
          <p:nvPr>
            <p:ph type="ctrTitle"/>
          </p:nvPr>
        </p:nvSpPr>
        <p:spPr>
          <a:xfrm>
            <a:off x="457200" y="984831"/>
            <a:ext cx="3679371" cy="1649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457200" y="3234979"/>
            <a:ext cx="3679825" cy="315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24"/>
          <p:cNvSpPr/>
          <p:nvPr/>
        </p:nvSpPr>
        <p:spPr>
          <a:xfrm>
            <a:off x="11165667" y="6343011"/>
            <a:ext cx="568443" cy="210443"/>
          </a:xfrm>
          <a:custGeom>
            <a:rect b="b" l="l" r="r" t="t"/>
            <a:pathLst>
              <a:path extrusionOk="0" h="40025" w="69073">
                <a:moveTo>
                  <a:pt x="4015" y="0"/>
                </a:moveTo>
                <a:cubicBezTo>
                  <a:pt x="1810" y="0"/>
                  <a:pt x="1" y="2844"/>
                  <a:pt x="1" y="6343"/>
                </a:cubicBezTo>
                <a:cubicBezTo>
                  <a:pt x="1" y="33719"/>
                  <a:pt x="1" y="33719"/>
                  <a:pt x="1" y="33719"/>
                </a:cubicBezTo>
                <a:cubicBezTo>
                  <a:pt x="1" y="37218"/>
                  <a:pt x="1810" y="40025"/>
                  <a:pt x="4015" y="40025"/>
                </a:cubicBezTo>
                <a:lnTo>
                  <a:pt x="21300" y="40025"/>
                </a:lnTo>
                <a:cubicBezTo>
                  <a:pt x="21300" y="33099"/>
                  <a:pt x="21300" y="33099"/>
                  <a:pt x="21300" y="33099"/>
                </a:cubicBezTo>
                <a:lnTo>
                  <a:pt x="4618" y="33099"/>
                </a:lnTo>
                <a:cubicBezTo>
                  <a:pt x="4618" y="23475"/>
                  <a:pt x="4618" y="23475"/>
                  <a:pt x="4618" y="23475"/>
                </a:cubicBezTo>
                <a:lnTo>
                  <a:pt x="21300" y="23475"/>
                </a:lnTo>
                <a:cubicBezTo>
                  <a:pt x="21300" y="16550"/>
                  <a:pt x="21300" y="16550"/>
                  <a:pt x="21300" y="16550"/>
                </a:cubicBezTo>
                <a:lnTo>
                  <a:pt x="4618" y="16550"/>
                </a:lnTo>
                <a:cubicBezTo>
                  <a:pt x="4618" y="6926"/>
                  <a:pt x="4618" y="6926"/>
                  <a:pt x="4618" y="6926"/>
                </a:cubicBezTo>
                <a:lnTo>
                  <a:pt x="21300" y="6926"/>
                </a:lnTo>
                <a:cubicBezTo>
                  <a:pt x="21300" y="0"/>
                  <a:pt x="21300" y="0"/>
                  <a:pt x="21300" y="0"/>
                </a:cubicBezTo>
                <a:close/>
                <a:moveTo>
                  <a:pt x="23388" y="0"/>
                </a:moveTo>
                <a:cubicBezTo>
                  <a:pt x="32599" y="20013"/>
                  <a:pt x="32599" y="20013"/>
                  <a:pt x="32599" y="20013"/>
                </a:cubicBezTo>
                <a:cubicBezTo>
                  <a:pt x="23388" y="40025"/>
                  <a:pt x="23388" y="40025"/>
                  <a:pt x="23388" y="40025"/>
                </a:cubicBezTo>
                <a:lnTo>
                  <a:pt x="29073" y="40025"/>
                </a:lnTo>
                <a:cubicBezTo>
                  <a:pt x="35546" y="25845"/>
                  <a:pt x="35546" y="25845"/>
                  <a:pt x="35546" y="25845"/>
                </a:cubicBezTo>
                <a:lnTo>
                  <a:pt x="42019" y="40025"/>
                </a:lnTo>
                <a:lnTo>
                  <a:pt x="47704" y="40025"/>
                </a:lnTo>
                <a:cubicBezTo>
                  <a:pt x="38493" y="20013"/>
                  <a:pt x="38493" y="20013"/>
                  <a:pt x="38493" y="20013"/>
                </a:cubicBezTo>
                <a:cubicBezTo>
                  <a:pt x="47704" y="0"/>
                  <a:pt x="47704" y="0"/>
                  <a:pt x="47704" y="0"/>
                </a:cubicBezTo>
                <a:lnTo>
                  <a:pt x="42019" y="0"/>
                </a:lnTo>
                <a:cubicBezTo>
                  <a:pt x="35546" y="14217"/>
                  <a:pt x="35546" y="14217"/>
                  <a:pt x="35546" y="14217"/>
                </a:cubicBezTo>
                <a:cubicBezTo>
                  <a:pt x="29073" y="0"/>
                  <a:pt x="29073" y="0"/>
                  <a:pt x="29073" y="0"/>
                </a:cubicBezTo>
                <a:close/>
                <a:moveTo>
                  <a:pt x="49769" y="0"/>
                </a:moveTo>
                <a:cubicBezTo>
                  <a:pt x="49769" y="33719"/>
                  <a:pt x="49769" y="33719"/>
                  <a:pt x="49769" y="33719"/>
                </a:cubicBezTo>
                <a:cubicBezTo>
                  <a:pt x="49769" y="37218"/>
                  <a:pt x="51578" y="40025"/>
                  <a:pt x="53806" y="40025"/>
                </a:cubicBezTo>
                <a:lnTo>
                  <a:pt x="69073" y="40025"/>
                </a:lnTo>
                <a:cubicBezTo>
                  <a:pt x="69073" y="32698"/>
                  <a:pt x="69073" y="32698"/>
                  <a:pt x="69073" y="32698"/>
                </a:cubicBezTo>
                <a:lnTo>
                  <a:pt x="55082" y="32698"/>
                </a:lnTo>
                <a:cubicBezTo>
                  <a:pt x="55082" y="0"/>
                  <a:pt x="55082" y="0"/>
                  <a:pt x="55082" y="0"/>
                </a:cubicBezTo>
                <a:close/>
              </a:path>
            </a:pathLst>
          </a:custGeom>
          <a:solidFill>
            <a:srgbClr val="FB4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4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145" name="Google Shape;145;p24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stats">
  <p:cSld name="Case study stats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5"/>
          <p:cNvSpPr txBox="1"/>
          <p:nvPr>
            <p:ph type="ctrTitle"/>
          </p:nvPr>
        </p:nvSpPr>
        <p:spPr>
          <a:xfrm>
            <a:off x="457200" y="3302000"/>
            <a:ext cx="5638800" cy="1598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  <a:defRPr sz="4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457200" y="457200"/>
            <a:ext cx="3679371" cy="421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0" name="Google Shape;15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>
            <p:ph idx="2" type="body"/>
          </p:nvPr>
        </p:nvSpPr>
        <p:spPr>
          <a:xfrm>
            <a:off x="457200" y="1613721"/>
            <a:ext cx="3549650" cy="636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5"/>
          <p:cNvSpPr txBox="1"/>
          <p:nvPr>
            <p:ph idx="3" type="body"/>
          </p:nvPr>
        </p:nvSpPr>
        <p:spPr>
          <a:xfrm>
            <a:off x="4320283" y="1613721"/>
            <a:ext cx="3549650" cy="636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25"/>
          <p:cNvSpPr txBox="1"/>
          <p:nvPr>
            <p:ph idx="4" type="body"/>
          </p:nvPr>
        </p:nvSpPr>
        <p:spPr>
          <a:xfrm>
            <a:off x="8183365" y="1613721"/>
            <a:ext cx="3549650" cy="636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25"/>
          <p:cNvSpPr txBox="1"/>
          <p:nvPr>
            <p:ph idx="5" type="body"/>
          </p:nvPr>
        </p:nvSpPr>
        <p:spPr>
          <a:xfrm>
            <a:off x="457200" y="2311900"/>
            <a:ext cx="3549650" cy="447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25"/>
          <p:cNvSpPr txBox="1"/>
          <p:nvPr>
            <p:ph idx="6" type="body"/>
          </p:nvPr>
        </p:nvSpPr>
        <p:spPr>
          <a:xfrm>
            <a:off x="4310008" y="2311900"/>
            <a:ext cx="3549650" cy="447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25"/>
          <p:cNvSpPr txBox="1"/>
          <p:nvPr>
            <p:ph idx="7" type="body"/>
          </p:nvPr>
        </p:nvSpPr>
        <p:spPr>
          <a:xfrm>
            <a:off x="8173092" y="2311900"/>
            <a:ext cx="3549650" cy="447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8" type="body"/>
          </p:nvPr>
        </p:nvSpPr>
        <p:spPr>
          <a:xfrm>
            <a:off x="457200" y="5001689"/>
            <a:ext cx="5638800" cy="124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None/>
              <a:defRPr b="1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25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159" name="Google Shape;159;p25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ase study detailed">
  <p:cSld name="1_Case study detailed"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6"/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CASE STUDY</a:t>
            </a:r>
            <a:endParaRPr/>
          </a:p>
        </p:txBody>
      </p:sp>
      <p:pic>
        <p:nvPicPr>
          <p:cNvPr id="163" name="Google Shape;16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6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165" name="Google Shape;165;p26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6"/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CASE STUDY</a:t>
            </a:r>
            <a:endParaRPr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457200" y="315990"/>
            <a:ext cx="11524268" cy="558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idx="2" type="body"/>
          </p:nvPr>
        </p:nvSpPr>
        <p:spPr>
          <a:xfrm>
            <a:off x="457200" y="855549"/>
            <a:ext cx="8308975" cy="22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26"/>
          <p:cNvSpPr txBox="1"/>
          <p:nvPr>
            <p:ph idx="3" type="body"/>
          </p:nvPr>
        </p:nvSpPr>
        <p:spPr>
          <a:xfrm>
            <a:off x="457201" y="1570034"/>
            <a:ext cx="2201157" cy="28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26"/>
          <p:cNvSpPr txBox="1"/>
          <p:nvPr>
            <p:ph idx="4" type="body"/>
          </p:nvPr>
        </p:nvSpPr>
        <p:spPr>
          <a:xfrm>
            <a:off x="461388" y="1924655"/>
            <a:ext cx="2196206" cy="1055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26"/>
          <p:cNvSpPr txBox="1"/>
          <p:nvPr>
            <p:ph idx="5" type="body"/>
          </p:nvPr>
        </p:nvSpPr>
        <p:spPr>
          <a:xfrm>
            <a:off x="457201" y="3151528"/>
            <a:ext cx="2201157" cy="28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26"/>
          <p:cNvSpPr txBox="1"/>
          <p:nvPr>
            <p:ph idx="6" type="body"/>
          </p:nvPr>
        </p:nvSpPr>
        <p:spPr>
          <a:xfrm>
            <a:off x="457201" y="3502135"/>
            <a:ext cx="2201157" cy="259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26"/>
          <p:cNvSpPr txBox="1"/>
          <p:nvPr>
            <p:ph idx="7" type="body"/>
          </p:nvPr>
        </p:nvSpPr>
        <p:spPr>
          <a:xfrm>
            <a:off x="3054221" y="1570034"/>
            <a:ext cx="2414504" cy="28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26"/>
          <p:cNvSpPr txBox="1"/>
          <p:nvPr>
            <p:ph idx="8" type="body"/>
          </p:nvPr>
        </p:nvSpPr>
        <p:spPr>
          <a:xfrm>
            <a:off x="3054221" y="1924656"/>
            <a:ext cx="5603600" cy="2363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26"/>
          <p:cNvSpPr txBox="1"/>
          <p:nvPr>
            <p:ph idx="9" type="body"/>
          </p:nvPr>
        </p:nvSpPr>
        <p:spPr>
          <a:xfrm>
            <a:off x="3054221" y="4427256"/>
            <a:ext cx="2414504" cy="28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26"/>
          <p:cNvSpPr txBox="1"/>
          <p:nvPr>
            <p:ph idx="13" type="body"/>
          </p:nvPr>
        </p:nvSpPr>
        <p:spPr>
          <a:xfrm>
            <a:off x="3054221" y="4790839"/>
            <a:ext cx="5603600" cy="1310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77" name="Google Shape;177;p26"/>
          <p:cNvCxnSpPr/>
          <p:nvPr/>
        </p:nvCxnSpPr>
        <p:spPr>
          <a:xfrm>
            <a:off x="8804633" y="1569450"/>
            <a:ext cx="0" cy="4563507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8" name="Google Shape;178;p26"/>
          <p:cNvSpPr txBox="1"/>
          <p:nvPr>
            <p:ph idx="14" type="body"/>
          </p:nvPr>
        </p:nvSpPr>
        <p:spPr>
          <a:xfrm>
            <a:off x="9125145" y="1570034"/>
            <a:ext cx="2677207" cy="28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26"/>
          <p:cNvSpPr txBox="1"/>
          <p:nvPr>
            <p:ph idx="15" type="body"/>
          </p:nvPr>
        </p:nvSpPr>
        <p:spPr>
          <a:xfrm>
            <a:off x="9125146" y="1924655"/>
            <a:ext cx="2677206" cy="3975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highlight">
  <p:cSld name="Chart highlight"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7"/>
          <p:cNvSpPr txBox="1"/>
          <p:nvPr>
            <p:ph idx="1" type="body"/>
          </p:nvPr>
        </p:nvSpPr>
        <p:spPr>
          <a:xfrm>
            <a:off x="4433888" y="1184239"/>
            <a:ext cx="7300912" cy="44561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27"/>
          <p:cNvSpPr txBox="1"/>
          <p:nvPr>
            <p:ph type="ctrTitle"/>
          </p:nvPr>
        </p:nvSpPr>
        <p:spPr>
          <a:xfrm>
            <a:off x="457200" y="1184239"/>
            <a:ext cx="3679371" cy="1649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  <a:defRPr sz="4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7"/>
          <p:cNvSpPr txBox="1"/>
          <p:nvPr>
            <p:ph idx="2" type="body"/>
          </p:nvPr>
        </p:nvSpPr>
        <p:spPr>
          <a:xfrm>
            <a:off x="457200" y="6265985"/>
            <a:ext cx="3679825" cy="3110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27"/>
          <p:cNvSpPr txBox="1"/>
          <p:nvPr>
            <p:ph idx="3" type="body"/>
          </p:nvPr>
        </p:nvSpPr>
        <p:spPr>
          <a:xfrm>
            <a:off x="457200" y="2933317"/>
            <a:ext cx="3667742" cy="1822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None/>
              <a:def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27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187" name="Google Shape;187;p27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Slide White">
  <p:cSld name="Contact Slide White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457200" y="2941639"/>
            <a:ext cx="3807869" cy="281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29"/>
          <p:cNvSpPr txBox="1"/>
          <p:nvPr>
            <p:ph idx="2" type="body"/>
          </p:nvPr>
        </p:nvSpPr>
        <p:spPr>
          <a:xfrm>
            <a:off x="457200" y="3293332"/>
            <a:ext cx="3807869" cy="236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b="1" i="0" sz="1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29"/>
          <p:cNvSpPr txBox="1"/>
          <p:nvPr>
            <p:ph idx="3" type="body"/>
          </p:nvPr>
        </p:nvSpPr>
        <p:spPr>
          <a:xfrm>
            <a:off x="457200" y="3568293"/>
            <a:ext cx="3807869" cy="870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29"/>
          <p:cNvSpPr txBox="1"/>
          <p:nvPr>
            <p:ph idx="4" type="body"/>
          </p:nvPr>
        </p:nvSpPr>
        <p:spPr>
          <a:xfrm>
            <a:off x="457200" y="4597790"/>
            <a:ext cx="3807869" cy="281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29"/>
          <p:cNvSpPr txBox="1"/>
          <p:nvPr>
            <p:ph idx="5" type="body"/>
          </p:nvPr>
        </p:nvSpPr>
        <p:spPr>
          <a:xfrm>
            <a:off x="457200" y="4949483"/>
            <a:ext cx="3807869" cy="236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b="1" i="0" sz="1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29"/>
          <p:cNvSpPr txBox="1"/>
          <p:nvPr>
            <p:ph idx="6" type="body"/>
          </p:nvPr>
        </p:nvSpPr>
        <p:spPr>
          <a:xfrm>
            <a:off x="457200" y="5224444"/>
            <a:ext cx="3807869" cy="870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29"/>
          <p:cNvSpPr txBox="1"/>
          <p:nvPr>
            <p:ph idx="7" type="body"/>
          </p:nvPr>
        </p:nvSpPr>
        <p:spPr>
          <a:xfrm>
            <a:off x="4792607" y="2941639"/>
            <a:ext cx="3807869" cy="281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29"/>
          <p:cNvSpPr txBox="1"/>
          <p:nvPr>
            <p:ph idx="8" type="body"/>
          </p:nvPr>
        </p:nvSpPr>
        <p:spPr>
          <a:xfrm>
            <a:off x="4792607" y="3293332"/>
            <a:ext cx="3807869" cy="236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b="1" i="0" sz="1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29"/>
          <p:cNvSpPr txBox="1"/>
          <p:nvPr>
            <p:ph idx="9" type="body"/>
          </p:nvPr>
        </p:nvSpPr>
        <p:spPr>
          <a:xfrm>
            <a:off x="4792607" y="3568293"/>
            <a:ext cx="3807869" cy="870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29"/>
          <p:cNvSpPr txBox="1"/>
          <p:nvPr>
            <p:ph idx="13" type="body"/>
          </p:nvPr>
        </p:nvSpPr>
        <p:spPr>
          <a:xfrm>
            <a:off x="4792607" y="4597790"/>
            <a:ext cx="3807869" cy="1496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00" name="Google Shape;200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Slide Orange">
  <p:cSld name="Contact Slide Orange">
    <p:bg>
      <p:bgPr>
        <a:solidFill>
          <a:schemeClr val="dk2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idx="1" type="body"/>
          </p:nvPr>
        </p:nvSpPr>
        <p:spPr>
          <a:xfrm>
            <a:off x="457200" y="2941639"/>
            <a:ext cx="3807869" cy="281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30"/>
          <p:cNvSpPr txBox="1"/>
          <p:nvPr>
            <p:ph idx="2" type="body"/>
          </p:nvPr>
        </p:nvSpPr>
        <p:spPr>
          <a:xfrm>
            <a:off x="457200" y="3293332"/>
            <a:ext cx="3807869" cy="236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b="1" i="0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30"/>
          <p:cNvSpPr txBox="1"/>
          <p:nvPr>
            <p:ph idx="3" type="body"/>
          </p:nvPr>
        </p:nvSpPr>
        <p:spPr>
          <a:xfrm>
            <a:off x="457200" y="3568293"/>
            <a:ext cx="3807869" cy="870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30"/>
          <p:cNvSpPr txBox="1"/>
          <p:nvPr>
            <p:ph idx="4" type="body"/>
          </p:nvPr>
        </p:nvSpPr>
        <p:spPr>
          <a:xfrm>
            <a:off x="457200" y="4597790"/>
            <a:ext cx="3807869" cy="281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p30"/>
          <p:cNvSpPr txBox="1"/>
          <p:nvPr>
            <p:ph idx="5" type="body"/>
          </p:nvPr>
        </p:nvSpPr>
        <p:spPr>
          <a:xfrm>
            <a:off x="457200" y="4949483"/>
            <a:ext cx="3807869" cy="236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b="1" i="0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30"/>
          <p:cNvSpPr txBox="1"/>
          <p:nvPr>
            <p:ph idx="6" type="body"/>
          </p:nvPr>
        </p:nvSpPr>
        <p:spPr>
          <a:xfrm>
            <a:off x="457200" y="5224444"/>
            <a:ext cx="3807869" cy="870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30"/>
          <p:cNvSpPr txBox="1"/>
          <p:nvPr>
            <p:ph idx="7" type="body"/>
          </p:nvPr>
        </p:nvSpPr>
        <p:spPr>
          <a:xfrm>
            <a:off x="4792607" y="2941639"/>
            <a:ext cx="3807869" cy="281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30"/>
          <p:cNvSpPr txBox="1"/>
          <p:nvPr>
            <p:ph idx="8" type="body"/>
          </p:nvPr>
        </p:nvSpPr>
        <p:spPr>
          <a:xfrm>
            <a:off x="4792607" y="3293332"/>
            <a:ext cx="3807869" cy="236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b="1" i="0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30"/>
          <p:cNvSpPr txBox="1"/>
          <p:nvPr>
            <p:ph idx="9" type="body"/>
          </p:nvPr>
        </p:nvSpPr>
        <p:spPr>
          <a:xfrm>
            <a:off x="4792607" y="3568293"/>
            <a:ext cx="3807869" cy="870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" name="Google Shape;211;p30"/>
          <p:cNvSpPr txBox="1"/>
          <p:nvPr>
            <p:ph idx="13" type="body"/>
          </p:nvPr>
        </p:nvSpPr>
        <p:spPr>
          <a:xfrm>
            <a:off x="4792607" y="4597790"/>
            <a:ext cx="3807869" cy="1496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12" name="Google Shape;212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hite">
  <p:cSld name="Agenda White"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ctrTitle"/>
          </p:nvPr>
        </p:nvSpPr>
        <p:spPr>
          <a:xfrm>
            <a:off x="457200" y="757647"/>
            <a:ext cx="11277600" cy="936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  <a:defRPr sz="5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1"/>
          <p:cNvSpPr txBox="1"/>
          <p:nvPr>
            <p:ph idx="1" type="subTitle"/>
          </p:nvPr>
        </p:nvSpPr>
        <p:spPr>
          <a:xfrm>
            <a:off x="457199" y="1854927"/>
            <a:ext cx="5638801" cy="4124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16" name="Google Shape;2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405915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1"/>
          <p:cNvSpPr txBox="1"/>
          <p:nvPr>
            <p:ph idx="11" type="ftr"/>
          </p:nvPr>
        </p:nvSpPr>
        <p:spPr>
          <a:xfrm>
            <a:off x="4038599" y="6639860"/>
            <a:ext cx="6376317" cy="18235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1"/>
          <p:cNvSpPr txBox="1"/>
          <p:nvPr>
            <p:ph idx="12" type="sldNum"/>
          </p:nvPr>
        </p:nvSpPr>
        <p:spPr>
          <a:xfrm>
            <a:off x="10477638" y="6639860"/>
            <a:ext cx="481556" cy="18235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3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228" name="Google Shape;228;p33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layout">
  <p:cSld name="One column layout"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/>
          <p:nvPr>
            <p:ph type="ctrTitle"/>
          </p:nvPr>
        </p:nvSpPr>
        <p:spPr>
          <a:xfrm>
            <a:off x="457200" y="543491"/>
            <a:ext cx="11277600" cy="6725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4"/>
          <p:cNvSpPr txBox="1"/>
          <p:nvPr>
            <p:ph idx="1" type="body"/>
          </p:nvPr>
        </p:nvSpPr>
        <p:spPr>
          <a:xfrm>
            <a:off x="485481" y="1420992"/>
            <a:ext cx="11249320" cy="4543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34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234" name="Google Shape;234;p34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alk-In Logo Orange">
  <p:cSld name="Walk-In Logo Orange">
    <p:bg>
      <p:bgPr>
        <a:solidFill>
          <a:schemeClr val="dk2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0621" y="89262"/>
            <a:ext cx="10490758" cy="667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alk-In Logo White">
  <p:cSld name="Walk-In Logo White">
    <p:bg>
      <p:bgPr>
        <a:solidFill>
          <a:schemeClr val="l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 orange">
  <p:cSld name="Cover title orange">
    <p:bg>
      <p:bgPr>
        <a:solidFill>
          <a:schemeClr val="dk2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/>
          <p:nvPr>
            <p:ph type="ctrTitle"/>
          </p:nvPr>
        </p:nvSpPr>
        <p:spPr>
          <a:xfrm>
            <a:off x="457200" y="457200"/>
            <a:ext cx="11277600" cy="34135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7"/>
          <p:cNvSpPr txBox="1"/>
          <p:nvPr>
            <p:ph idx="1" type="subTitle"/>
          </p:nvPr>
        </p:nvSpPr>
        <p:spPr>
          <a:xfrm>
            <a:off x="457199" y="4027501"/>
            <a:ext cx="11277599" cy="936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42" name="Google Shape;24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 white">
  <p:cSld name="Cover title white"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>
            <p:ph type="ctrTitle"/>
          </p:nvPr>
        </p:nvSpPr>
        <p:spPr>
          <a:xfrm>
            <a:off x="457200" y="457200"/>
            <a:ext cx="11277600" cy="34135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Calibri"/>
              <a:buNone/>
              <a:defRPr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8"/>
          <p:cNvSpPr txBox="1"/>
          <p:nvPr>
            <p:ph idx="1" type="subTitle"/>
          </p:nvPr>
        </p:nvSpPr>
        <p:spPr>
          <a:xfrm>
            <a:off x="457199" y="4027501"/>
            <a:ext cx="11277599" cy="936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Logo&#10;&#10;Description automatically generated" id="246" name="Google Shape;246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 white photo">
  <p:cSld name="Cover title white photo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49" name="Google Shape;249;p39"/>
          <p:cNvSpPr txBox="1"/>
          <p:nvPr>
            <p:ph type="ctrTitle"/>
          </p:nvPr>
        </p:nvSpPr>
        <p:spPr>
          <a:xfrm>
            <a:off x="457200" y="457200"/>
            <a:ext cx="11277600" cy="34135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9"/>
          <p:cNvSpPr txBox="1"/>
          <p:nvPr>
            <p:ph idx="1" type="subTitle"/>
          </p:nvPr>
        </p:nvSpPr>
        <p:spPr>
          <a:xfrm>
            <a:off x="457199" y="4027501"/>
            <a:ext cx="11277599" cy="936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1" name="Google Shape;251;p39"/>
          <p:cNvSpPr txBox="1"/>
          <p:nvPr>
            <p:ph idx="3" type="body"/>
          </p:nvPr>
        </p:nvSpPr>
        <p:spPr>
          <a:xfrm>
            <a:off x="10956018" y="6132957"/>
            <a:ext cx="987552" cy="63093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 arrow window">
  <p:cSld name="Cover title arrow window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0"/>
          <p:cNvSpPr/>
          <p:nvPr>
            <p:ph idx="2" type="pic"/>
          </p:nvPr>
        </p:nvSpPr>
        <p:spPr>
          <a:xfrm>
            <a:off x="3048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54" name="Google Shape;254;p40"/>
          <p:cNvSpPr txBox="1"/>
          <p:nvPr>
            <p:ph idx="1" type="body"/>
          </p:nvPr>
        </p:nvSpPr>
        <p:spPr>
          <a:xfrm>
            <a:off x="0" y="0"/>
            <a:ext cx="12188952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5" name="Google Shape;255;p40"/>
          <p:cNvSpPr txBox="1"/>
          <p:nvPr>
            <p:ph type="ctrTitle"/>
          </p:nvPr>
        </p:nvSpPr>
        <p:spPr>
          <a:xfrm>
            <a:off x="2752627" y="457200"/>
            <a:ext cx="5637229" cy="34135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Calibri"/>
              <a:buNone/>
              <a:defRPr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40"/>
          <p:cNvSpPr txBox="1"/>
          <p:nvPr>
            <p:ph idx="3" type="subTitle"/>
          </p:nvPr>
        </p:nvSpPr>
        <p:spPr>
          <a:xfrm>
            <a:off x="2752627" y="4027501"/>
            <a:ext cx="5637229" cy="936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7" name="Google Shape;257;p40"/>
          <p:cNvSpPr/>
          <p:nvPr/>
        </p:nvSpPr>
        <p:spPr>
          <a:xfrm>
            <a:off x="11165667" y="6343011"/>
            <a:ext cx="568443" cy="210443"/>
          </a:xfrm>
          <a:custGeom>
            <a:rect b="b" l="l" r="r" t="t"/>
            <a:pathLst>
              <a:path extrusionOk="0" h="40025" w="69073">
                <a:moveTo>
                  <a:pt x="4015" y="0"/>
                </a:moveTo>
                <a:cubicBezTo>
                  <a:pt x="1810" y="0"/>
                  <a:pt x="1" y="2844"/>
                  <a:pt x="1" y="6343"/>
                </a:cubicBezTo>
                <a:cubicBezTo>
                  <a:pt x="1" y="33719"/>
                  <a:pt x="1" y="33719"/>
                  <a:pt x="1" y="33719"/>
                </a:cubicBezTo>
                <a:cubicBezTo>
                  <a:pt x="1" y="37218"/>
                  <a:pt x="1810" y="40025"/>
                  <a:pt x="4015" y="40025"/>
                </a:cubicBezTo>
                <a:lnTo>
                  <a:pt x="21300" y="40025"/>
                </a:lnTo>
                <a:cubicBezTo>
                  <a:pt x="21300" y="33099"/>
                  <a:pt x="21300" y="33099"/>
                  <a:pt x="21300" y="33099"/>
                </a:cubicBezTo>
                <a:lnTo>
                  <a:pt x="4618" y="33099"/>
                </a:lnTo>
                <a:cubicBezTo>
                  <a:pt x="4618" y="23475"/>
                  <a:pt x="4618" y="23475"/>
                  <a:pt x="4618" y="23475"/>
                </a:cubicBezTo>
                <a:lnTo>
                  <a:pt x="21300" y="23475"/>
                </a:lnTo>
                <a:cubicBezTo>
                  <a:pt x="21300" y="16550"/>
                  <a:pt x="21300" y="16550"/>
                  <a:pt x="21300" y="16550"/>
                </a:cubicBezTo>
                <a:lnTo>
                  <a:pt x="4618" y="16550"/>
                </a:lnTo>
                <a:cubicBezTo>
                  <a:pt x="4618" y="6926"/>
                  <a:pt x="4618" y="6926"/>
                  <a:pt x="4618" y="6926"/>
                </a:cubicBezTo>
                <a:lnTo>
                  <a:pt x="21300" y="6926"/>
                </a:lnTo>
                <a:cubicBezTo>
                  <a:pt x="21300" y="0"/>
                  <a:pt x="21300" y="0"/>
                  <a:pt x="21300" y="0"/>
                </a:cubicBezTo>
                <a:close/>
                <a:moveTo>
                  <a:pt x="23388" y="0"/>
                </a:moveTo>
                <a:cubicBezTo>
                  <a:pt x="32599" y="20013"/>
                  <a:pt x="32599" y="20013"/>
                  <a:pt x="32599" y="20013"/>
                </a:cubicBezTo>
                <a:cubicBezTo>
                  <a:pt x="23388" y="40025"/>
                  <a:pt x="23388" y="40025"/>
                  <a:pt x="23388" y="40025"/>
                </a:cubicBezTo>
                <a:lnTo>
                  <a:pt x="29073" y="40025"/>
                </a:lnTo>
                <a:cubicBezTo>
                  <a:pt x="35546" y="25845"/>
                  <a:pt x="35546" y="25845"/>
                  <a:pt x="35546" y="25845"/>
                </a:cubicBezTo>
                <a:lnTo>
                  <a:pt x="42019" y="40025"/>
                </a:lnTo>
                <a:lnTo>
                  <a:pt x="47704" y="40025"/>
                </a:lnTo>
                <a:cubicBezTo>
                  <a:pt x="38493" y="20013"/>
                  <a:pt x="38493" y="20013"/>
                  <a:pt x="38493" y="20013"/>
                </a:cubicBezTo>
                <a:cubicBezTo>
                  <a:pt x="47704" y="0"/>
                  <a:pt x="47704" y="0"/>
                  <a:pt x="47704" y="0"/>
                </a:cubicBezTo>
                <a:lnTo>
                  <a:pt x="42019" y="0"/>
                </a:lnTo>
                <a:cubicBezTo>
                  <a:pt x="35546" y="14217"/>
                  <a:pt x="35546" y="14217"/>
                  <a:pt x="35546" y="14217"/>
                </a:cubicBezTo>
                <a:cubicBezTo>
                  <a:pt x="29073" y="0"/>
                  <a:pt x="29073" y="0"/>
                  <a:pt x="29073" y="0"/>
                </a:cubicBezTo>
                <a:close/>
                <a:moveTo>
                  <a:pt x="49769" y="0"/>
                </a:moveTo>
                <a:cubicBezTo>
                  <a:pt x="49769" y="33719"/>
                  <a:pt x="49769" y="33719"/>
                  <a:pt x="49769" y="33719"/>
                </a:cubicBezTo>
                <a:cubicBezTo>
                  <a:pt x="49769" y="37218"/>
                  <a:pt x="51578" y="40025"/>
                  <a:pt x="53806" y="40025"/>
                </a:cubicBezTo>
                <a:lnTo>
                  <a:pt x="69073" y="40025"/>
                </a:lnTo>
                <a:cubicBezTo>
                  <a:pt x="69073" y="32698"/>
                  <a:pt x="69073" y="32698"/>
                  <a:pt x="69073" y="32698"/>
                </a:cubicBezTo>
                <a:lnTo>
                  <a:pt x="55082" y="32698"/>
                </a:lnTo>
                <a:cubicBezTo>
                  <a:pt x="55082" y="0"/>
                  <a:pt x="55082" y="0"/>
                  <a:pt x="55082" y="0"/>
                </a:cubicBezTo>
                <a:close/>
              </a:path>
            </a:pathLst>
          </a:custGeom>
          <a:solidFill>
            <a:srgbClr val="FB4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 orange photo">
  <p:cSld name="Cover title orange photo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60" name="Google Shape;260;p41"/>
          <p:cNvSpPr txBox="1"/>
          <p:nvPr>
            <p:ph type="ctrTitle"/>
          </p:nvPr>
        </p:nvSpPr>
        <p:spPr>
          <a:xfrm>
            <a:off x="457200" y="457200"/>
            <a:ext cx="11277600" cy="34135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Calibri"/>
              <a:buNone/>
              <a:defRPr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41"/>
          <p:cNvSpPr txBox="1"/>
          <p:nvPr>
            <p:ph idx="1" type="subTitle"/>
          </p:nvPr>
        </p:nvSpPr>
        <p:spPr>
          <a:xfrm>
            <a:off x="457199" y="4027501"/>
            <a:ext cx="11277599" cy="936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2" name="Google Shape;262;p41"/>
          <p:cNvSpPr/>
          <p:nvPr/>
        </p:nvSpPr>
        <p:spPr>
          <a:xfrm>
            <a:off x="11165667" y="6343011"/>
            <a:ext cx="568443" cy="210443"/>
          </a:xfrm>
          <a:custGeom>
            <a:rect b="b" l="l" r="r" t="t"/>
            <a:pathLst>
              <a:path extrusionOk="0" h="40025" w="69073">
                <a:moveTo>
                  <a:pt x="4015" y="0"/>
                </a:moveTo>
                <a:cubicBezTo>
                  <a:pt x="1810" y="0"/>
                  <a:pt x="1" y="2844"/>
                  <a:pt x="1" y="6343"/>
                </a:cubicBezTo>
                <a:cubicBezTo>
                  <a:pt x="1" y="33719"/>
                  <a:pt x="1" y="33719"/>
                  <a:pt x="1" y="33719"/>
                </a:cubicBezTo>
                <a:cubicBezTo>
                  <a:pt x="1" y="37218"/>
                  <a:pt x="1810" y="40025"/>
                  <a:pt x="4015" y="40025"/>
                </a:cubicBezTo>
                <a:lnTo>
                  <a:pt x="21300" y="40025"/>
                </a:lnTo>
                <a:cubicBezTo>
                  <a:pt x="21300" y="33099"/>
                  <a:pt x="21300" y="33099"/>
                  <a:pt x="21300" y="33099"/>
                </a:cubicBezTo>
                <a:lnTo>
                  <a:pt x="4618" y="33099"/>
                </a:lnTo>
                <a:cubicBezTo>
                  <a:pt x="4618" y="23475"/>
                  <a:pt x="4618" y="23475"/>
                  <a:pt x="4618" y="23475"/>
                </a:cubicBezTo>
                <a:lnTo>
                  <a:pt x="21300" y="23475"/>
                </a:lnTo>
                <a:cubicBezTo>
                  <a:pt x="21300" y="16550"/>
                  <a:pt x="21300" y="16550"/>
                  <a:pt x="21300" y="16550"/>
                </a:cubicBezTo>
                <a:lnTo>
                  <a:pt x="4618" y="16550"/>
                </a:lnTo>
                <a:cubicBezTo>
                  <a:pt x="4618" y="6926"/>
                  <a:pt x="4618" y="6926"/>
                  <a:pt x="4618" y="6926"/>
                </a:cubicBezTo>
                <a:lnTo>
                  <a:pt x="21300" y="6926"/>
                </a:lnTo>
                <a:cubicBezTo>
                  <a:pt x="21300" y="0"/>
                  <a:pt x="21300" y="0"/>
                  <a:pt x="21300" y="0"/>
                </a:cubicBezTo>
                <a:close/>
                <a:moveTo>
                  <a:pt x="23388" y="0"/>
                </a:moveTo>
                <a:cubicBezTo>
                  <a:pt x="32599" y="20013"/>
                  <a:pt x="32599" y="20013"/>
                  <a:pt x="32599" y="20013"/>
                </a:cubicBezTo>
                <a:cubicBezTo>
                  <a:pt x="23388" y="40025"/>
                  <a:pt x="23388" y="40025"/>
                  <a:pt x="23388" y="40025"/>
                </a:cubicBezTo>
                <a:lnTo>
                  <a:pt x="29073" y="40025"/>
                </a:lnTo>
                <a:cubicBezTo>
                  <a:pt x="35546" y="25845"/>
                  <a:pt x="35546" y="25845"/>
                  <a:pt x="35546" y="25845"/>
                </a:cubicBezTo>
                <a:lnTo>
                  <a:pt x="42019" y="40025"/>
                </a:lnTo>
                <a:lnTo>
                  <a:pt x="47704" y="40025"/>
                </a:lnTo>
                <a:cubicBezTo>
                  <a:pt x="38493" y="20013"/>
                  <a:pt x="38493" y="20013"/>
                  <a:pt x="38493" y="20013"/>
                </a:cubicBezTo>
                <a:cubicBezTo>
                  <a:pt x="47704" y="0"/>
                  <a:pt x="47704" y="0"/>
                  <a:pt x="47704" y="0"/>
                </a:cubicBezTo>
                <a:lnTo>
                  <a:pt x="42019" y="0"/>
                </a:lnTo>
                <a:cubicBezTo>
                  <a:pt x="35546" y="14217"/>
                  <a:pt x="35546" y="14217"/>
                  <a:pt x="35546" y="14217"/>
                </a:cubicBezTo>
                <a:cubicBezTo>
                  <a:pt x="29073" y="0"/>
                  <a:pt x="29073" y="0"/>
                  <a:pt x="29073" y="0"/>
                </a:cubicBezTo>
                <a:close/>
                <a:moveTo>
                  <a:pt x="49769" y="0"/>
                </a:moveTo>
                <a:cubicBezTo>
                  <a:pt x="49769" y="33719"/>
                  <a:pt x="49769" y="33719"/>
                  <a:pt x="49769" y="33719"/>
                </a:cubicBezTo>
                <a:cubicBezTo>
                  <a:pt x="49769" y="37218"/>
                  <a:pt x="51578" y="40025"/>
                  <a:pt x="53806" y="40025"/>
                </a:cubicBezTo>
                <a:lnTo>
                  <a:pt x="69073" y="40025"/>
                </a:lnTo>
                <a:cubicBezTo>
                  <a:pt x="69073" y="32698"/>
                  <a:pt x="69073" y="32698"/>
                  <a:pt x="69073" y="32698"/>
                </a:cubicBezTo>
                <a:lnTo>
                  <a:pt x="55082" y="32698"/>
                </a:lnTo>
                <a:cubicBezTo>
                  <a:pt x="55082" y="0"/>
                  <a:pt x="55082" y="0"/>
                  <a:pt x="55082" y="0"/>
                </a:cubicBezTo>
                <a:close/>
              </a:path>
            </a:pathLst>
          </a:custGeom>
          <a:solidFill>
            <a:srgbClr val="FB4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ate blue bkgrd">
  <p:cSld name="Divider slate blue bkgrd">
    <p:bg>
      <p:bgPr>
        <a:solidFill>
          <a:schemeClr val="accent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2"/>
          <p:cNvSpPr txBox="1"/>
          <p:nvPr>
            <p:ph type="ctrTitle"/>
          </p:nvPr>
        </p:nvSpPr>
        <p:spPr>
          <a:xfrm>
            <a:off x="6679096" y="1705356"/>
            <a:ext cx="5055704" cy="344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5" name="Google Shape;265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" name="Google Shape;266;p42"/>
          <p:cNvGrpSpPr/>
          <p:nvPr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267" name="Google Shape;267;p42"/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42"/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42"/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light blue bkgrd">
  <p:cSld name="Divider light blue bkgrd">
    <p:bg>
      <p:bgPr>
        <a:solidFill>
          <a:schemeClr val="accent5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>
            <p:ph type="ctrTitle"/>
          </p:nvPr>
        </p:nvSpPr>
        <p:spPr>
          <a:xfrm>
            <a:off x="6679096" y="1705356"/>
            <a:ext cx="5055704" cy="344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Calibri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72" name="Google Shape;272;p43"/>
          <p:cNvGrpSpPr/>
          <p:nvPr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273" name="Google Shape;273;p43"/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43"/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43"/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43"/>
          <p:cNvSpPr/>
          <p:nvPr/>
        </p:nvSpPr>
        <p:spPr>
          <a:xfrm>
            <a:off x="11165667" y="6343011"/>
            <a:ext cx="568443" cy="210443"/>
          </a:xfrm>
          <a:custGeom>
            <a:rect b="b" l="l" r="r" t="t"/>
            <a:pathLst>
              <a:path extrusionOk="0" h="40025" w="69073">
                <a:moveTo>
                  <a:pt x="4015" y="0"/>
                </a:moveTo>
                <a:cubicBezTo>
                  <a:pt x="1810" y="0"/>
                  <a:pt x="1" y="2844"/>
                  <a:pt x="1" y="6343"/>
                </a:cubicBezTo>
                <a:cubicBezTo>
                  <a:pt x="1" y="33719"/>
                  <a:pt x="1" y="33719"/>
                  <a:pt x="1" y="33719"/>
                </a:cubicBezTo>
                <a:cubicBezTo>
                  <a:pt x="1" y="37218"/>
                  <a:pt x="1810" y="40025"/>
                  <a:pt x="4015" y="40025"/>
                </a:cubicBezTo>
                <a:lnTo>
                  <a:pt x="21300" y="40025"/>
                </a:lnTo>
                <a:cubicBezTo>
                  <a:pt x="21300" y="33099"/>
                  <a:pt x="21300" y="33099"/>
                  <a:pt x="21300" y="33099"/>
                </a:cubicBezTo>
                <a:lnTo>
                  <a:pt x="4618" y="33099"/>
                </a:lnTo>
                <a:cubicBezTo>
                  <a:pt x="4618" y="23475"/>
                  <a:pt x="4618" y="23475"/>
                  <a:pt x="4618" y="23475"/>
                </a:cubicBezTo>
                <a:lnTo>
                  <a:pt x="21300" y="23475"/>
                </a:lnTo>
                <a:cubicBezTo>
                  <a:pt x="21300" y="16550"/>
                  <a:pt x="21300" y="16550"/>
                  <a:pt x="21300" y="16550"/>
                </a:cubicBezTo>
                <a:lnTo>
                  <a:pt x="4618" y="16550"/>
                </a:lnTo>
                <a:cubicBezTo>
                  <a:pt x="4618" y="6926"/>
                  <a:pt x="4618" y="6926"/>
                  <a:pt x="4618" y="6926"/>
                </a:cubicBezTo>
                <a:lnTo>
                  <a:pt x="21300" y="6926"/>
                </a:lnTo>
                <a:cubicBezTo>
                  <a:pt x="21300" y="0"/>
                  <a:pt x="21300" y="0"/>
                  <a:pt x="21300" y="0"/>
                </a:cubicBezTo>
                <a:close/>
                <a:moveTo>
                  <a:pt x="23388" y="0"/>
                </a:moveTo>
                <a:cubicBezTo>
                  <a:pt x="32599" y="20013"/>
                  <a:pt x="32599" y="20013"/>
                  <a:pt x="32599" y="20013"/>
                </a:cubicBezTo>
                <a:cubicBezTo>
                  <a:pt x="23388" y="40025"/>
                  <a:pt x="23388" y="40025"/>
                  <a:pt x="23388" y="40025"/>
                </a:cubicBezTo>
                <a:lnTo>
                  <a:pt x="29073" y="40025"/>
                </a:lnTo>
                <a:cubicBezTo>
                  <a:pt x="35546" y="25845"/>
                  <a:pt x="35546" y="25845"/>
                  <a:pt x="35546" y="25845"/>
                </a:cubicBezTo>
                <a:lnTo>
                  <a:pt x="42019" y="40025"/>
                </a:lnTo>
                <a:lnTo>
                  <a:pt x="47704" y="40025"/>
                </a:lnTo>
                <a:cubicBezTo>
                  <a:pt x="38493" y="20013"/>
                  <a:pt x="38493" y="20013"/>
                  <a:pt x="38493" y="20013"/>
                </a:cubicBezTo>
                <a:cubicBezTo>
                  <a:pt x="47704" y="0"/>
                  <a:pt x="47704" y="0"/>
                  <a:pt x="47704" y="0"/>
                </a:cubicBezTo>
                <a:lnTo>
                  <a:pt x="42019" y="0"/>
                </a:lnTo>
                <a:cubicBezTo>
                  <a:pt x="35546" y="14217"/>
                  <a:pt x="35546" y="14217"/>
                  <a:pt x="35546" y="14217"/>
                </a:cubicBezTo>
                <a:cubicBezTo>
                  <a:pt x="29073" y="0"/>
                  <a:pt x="29073" y="0"/>
                  <a:pt x="29073" y="0"/>
                </a:cubicBezTo>
                <a:close/>
                <a:moveTo>
                  <a:pt x="49769" y="0"/>
                </a:moveTo>
                <a:cubicBezTo>
                  <a:pt x="49769" y="33719"/>
                  <a:pt x="49769" y="33719"/>
                  <a:pt x="49769" y="33719"/>
                </a:cubicBezTo>
                <a:cubicBezTo>
                  <a:pt x="49769" y="37218"/>
                  <a:pt x="51578" y="40025"/>
                  <a:pt x="53806" y="40025"/>
                </a:cubicBezTo>
                <a:lnTo>
                  <a:pt x="69073" y="40025"/>
                </a:lnTo>
                <a:cubicBezTo>
                  <a:pt x="69073" y="32698"/>
                  <a:pt x="69073" y="32698"/>
                  <a:pt x="69073" y="32698"/>
                </a:cubicBezTo>
                <a:lnTo>
                  <a:pt x="55082" y="32698"/>
                </a:lnTo>
                <a:cubicBezTo>
                  <a:pt x="55082" y="0"/>
                  <a:pt x="55082" y="0"/>
                  <a:pt x="55082" y="0"/>
                </a:cubicBezTo>
                <a:close/>
              </a:path>
            </a:pathLst>
          </a:custGeom>
          <a:solidFill>
            <a:srgbClr val="FB4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triangle slate blue">
  <p:cSld name="Divider triangle slate blue">
    <p:bg>
      <p:bgPr>
        <a:solidFill>
          <a:schemeClr val="accent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4"/>
          <p:cNvSpPr/>
          <p:nvPr/>
        </p:nvSpPr>
        <p:spPr>
          <a:xfrm>
            <a:off x="1041123" y="1864380"/>
            <a:ext cx="4572001" cy="3152731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4"/>
          <p:cNvSpPr txBox="1"/>
          <p:nvPr>
            <p:ph type="ctrTitle"/>
          </p:nvPr>
        </p:nvSpPr>
        <p:spPr>
          <a:xfrm>
            <a:off x="6679096" y="1705356"/>
            <a:ext cx="5055704" cy="344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80" name="Google Shape;280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triangle light blue">
  <p:cSld name="Divider triangle light blue">
    <p:bg>
      <p:bgPr>
        <a:solidFill>
          <a:schemeClr val="accent5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5"/>
          <p:cNvSpPr txBox="1"/>
          <p:nvPr>
            <p:ph type="ctrTitle"/>
          </p:nvPr>
        </p:nvSpPr>
        <p:spPr>
          <a:xfrm>
            <a:off x="6679096" y="1705356"/>
            <a:ext cx="5055704" cy="344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Calibri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45"/>
          <p:cNvSpPr/>
          <p:nvPr/>
        </p:nvSpPr>
        <p:spPr>
          <a:xfrm>
            <a:off x="11165667" y="6343011"/>
            <a:ext cx="568443" cy="210443"/>
          </a:xfrm>
          <a:custGeom>
            <a:rect b="b" l="l" r="r" t="t"/>
            <a:pathLst>
              <a:path extrusionOk="0" h="40025" w="69073">
                <a:moveTo>
                  <a:pt x="4015" y="0"/>
                </a:moveTo>
                <a:cubicBezTo>
                  <a:pt x="1810" y="0"/>
                  <a:pt x="1" y="2844"/>
                  <a:pt x="1" y="6343"/>
                </a:cubicBezTo>
                <a:cubicBezTo>
                  <a:pt x="1" y="33719"/>
                  <a:pt x="1" y="33719"/>
                  <a:pt x="1" y="33719"/>
                </a:cubicBezTo>
                <a:cubicBezTo>
                  <a:pt x="1" y="37218"/>
                  <a:pt x="1810" y="40025"/>
                  <a:pt x="4015" y="40025"/>
                </a:cubicBezTo>
                <a:lnTo>
                  <a:pt x="21300" y="40025"/>
                </a:lnTo>
                <a:cubicBezTo>
                  <a:pt x="21300" y="33099"/>
                  <a:pt x="21300" y="33099"/>
                  <a:pt x="21300" y="33099"/>
                </a:cubicBezTo>
                <a:lnTo>
                  <a:pt x="4618" y="33099"/>
                </a:lnTo>
                <a:cubicBezTo>
                  <a:pt x="4618" y="23475"/>
                  <a:pt x="4618" y="23475"/>
                  <a:pt x="4618" y="23475"/>
                </a:cubicBezTo>
                <a:lnTo>
                  <a:pt x="21300" y="23475"/>
                </a:lnTo>
                <a:cubicBezTo>
                  <a:pt x="21300" y="16550"/>
                  <a:pt x="21300" y="16550"/>
                  <a:pt x="21300" y="16550"/>
                </a:cubicBezTo>
                <a:lnTo>
                  <a:pt x="4618" y="16550"/>
                </a:lnTo>
                <a:cubicBezTo>
                  <a:pt x="4618" y="6926"/>
                  <a:pt x="4618" y="6926"/>
                  <a:pt x="4618" y="6926"/>
                </a:cubicBezTo>
                <a:lnTo>
                  <a:pt x="21300" y="6926"/>
                </a:lnTo>
                <a:cubicBezTo>
                  <a:pt x="21300" y="0"/>
                  <a:pt x="21300" y="0"/>
                  <a:pt x="21300" y="0"/>
                </a:cubicBezTo>
                <a:close/>
                <a:moveTo>
                  <a:pt x="23388" y="0"/>
                </a:moveTo>
                <a:cubicBezTo>
                  <a:pt x="32599" y="20013"/>
                  <a:pt x="32599" y="20013"/>
                  <a:pt x="32599" y="20013"/>
                </a:cubicBezTo>
                <a:cubicBezTo>
                  <a:pt x="23388" y="40025"/>
                  <a:pt x="23388" y="40025"/>
                  <a:pt x="23388" y="40025"/>
                </a:cubicBezTo>
                <a:lnTo>
                  <a:pt x="29073" y="40025"/>
                </a:lnTo>
                <a:cubicBezTo>
                  <a:pt x="35546" y="25845"/>
                  <a:pt x="35546" y="25845"/>
                  <a:pt x="35546" y="25845"/>
                </a:cubicBezTo>
                <a:lnTo>
                  <a:pt x="42019" y="40025"/>
                </a:lnTo>
                <a:lnTo>
                  <a:pt x="47704" y="40025"/>
                </a:lnTo>
                <a:cubicBezTo>
                  <a:pt x="38493" y="20013"/>
                  <a:pt x="38493" y="20013"/>
                  <a:pt x="38493" y="20013"/>
                </a:cubicBezTo>
                <a:cubicBezTo>
                  <a:pt x="47704" y="0"/>
                  <a:pt x="47704" y="0"/>
                  <a:pt x="47704" y="0"/>
                </a:cubicBezTo>
                <a:lnTo>
                  <a:pt x="42019" y="0"/>
                </a:lnTo>
                <a:cubicBezTo>
                  <a:pt x="35546" y="14217"/>
                  <a:pt x="35546" y="14217"/>
                  <a:pt x="35546" y="14217"/>
                </a:cubicBezTo>
                <a:cubicBezTo>
                  <a:pt x="29073" y="0"/>
                  <a:pt x="29073" y="0"/>
                  <a:pt x="29073" y="0"/>
                </a:cubicBezTo>
                <a:close/>
                <a:moveTo>
                  <a:pt x="49769" y="0"/>
                </a:moveTo>
                <a:cubicBezTo>
                  <a:pt x="49769" y="33719"/>
                  <a:pt x="49769" y="33719"/>
                  <a:pt x="49769" y="33719"/>
                </a:cubicBezTo>
                <a:cubicBezTo>
                  <a:pt x="49769" y="37218"/>
                  <a:pt x="51578" y="40025"/>
                  <a:pt x="53806" y="40025"/>
                </a:cubicBezTo>
                <a:lnTo>
                  <a:pt x="69073" y="40025"/>
                </a:lnTo>
                <a:cubicBezTo>
                  <a:pt x="69073" y="32698"/>
                  <a:pt x="69073" y="32698"/>
                  <a:pt x="69073" y="32698"/>
                </a:cubicBezTo>
                <a:lnTo>
                  <a:pt x="55082" y="32698"/>
                </a:lnTo>
                <a:cubicBezTo>
                  <a:pt x="55082" y="0"/>
                  <a:pt x="55082" y="0"/>
                  <a:pt x="55082" y="0"/>
                </a:cubicBezTo>
                <a:close/>
              </a:path>
            </a:pathLst>
          </a:custGeom>
          <a:solidFill>
            <a:srgbClr val="FB4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5"/>
          <p:cNvSpPr/>
          <p:nvPr/>
        </p:nvSpPr>
        <p:spPr>
          <a:xfrm>
            <a:off x="1041123" y="1864380"/>
            <a:ext cx="4572001" cy="3152731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photo">
  <p:cSld name="Divider photo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46"/>
          <p:cNvSpPr txBox="1"/>
          <p:nvPr>
            <p:ph type="ctrTitle"/>
          </p:nvPr>
        </p:nvSpPr>
        <p:spPr>
          <a:xfrm>
            <a:off x="6679096" y="1705356"/>
            <a:ext cx="5055704" cy="344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Calibri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88" name="Google Shape;288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6"/>
          <p:cNvSpPr/>
          <p:nvPr/>
        </p:nvSpPr>
        <p:spPr>
          <a:xfrm>
            <a:off x="11165667" y="6343011"/>
            <a:ext cx="568443" cy="210443"/>
          </a:xfrm>
          <a:custGeom>
            <a:rect b="b" l="l" r="r" t="t"/>
            <a:pathLst>
              <a:path extrusionOk="0" h="40025" w="69073">
                <a:moveTo>
                  <a:pt x="4015" y="0"/>
                </a:moveTo>
                <a:cubicBezTo>
                  <a:pt x="1810" y="0"/>
                  <a:pt x="1" y="2844"/>
                  <a:pt x="1" y="6343"/>
                </a:cubicBezTo>
                <a:cubicBezTo>
                  <a:pt x="1" y="33719"/>
                  <a:pt x="1" y="33719"/>
                  <a:pt x="1" y="33719"/>
                </a:cubicBezTo>
                <a:cubicBezTo>
                  <a:pt x="1" y="37218"/>
                  <a:pt x="1810" y="40025"/>
                  <a:pt x="4015" y="40025"/>
                </a:cubicBezTo>
                <a:lnTo>
                  <a:pt x="21300" y="40025"/>
                </a:lnTo>
                <a:cubicBezTo>
                  <a:pt x="21300" y="33099"/>
                  <a:pt x="21300" y="33099"/>
                  <a:pt x="21300" y="33099"/>
                </a:cubicBezTo>
                <a:lnTo>
                  <a:pt x="4618" y="33099"/>
                </a:lnTo>
                <a:cubicBezTo>
                  <a:pt x="4618" y="23475"/>
                  <a:pt x="4618" y="23475"/>
                  <a:pt x="4618" y="23475"/>
                </a:cubicBezTo>
                <a:lnTo>
                  <a:pt x="21300" y="23475"/>
                </a:lnTo>
                <a:cubicBezTo>
                  <a:pt x="21300" y="16550"/>
                  <a:pt x="21300" y="16550"/>
                  <a:pt x="21300" y="16550"/>
                </a:cubicBezTo>
                <a:lnTo>
                  <a:pt x="4618" y="16550"/>
                </a:lnTo>
                <a:cubicBezTo>
                  <a:pt x="4618" y="6926"/>
                  <a:pt x="4618" y="6926"/>
                  <a:pt x="4618" y="6926"/>
                </a:cubicBezTo>
                <a:lnTo>
                  <a:pt x="21300" y="6926"/>
                </a:lnTo>
                <a:cubicBezTo>
                  <a:pt x="21300" y="0"/>
                  <a:pt x="21300" y="0"/>
                  <a:pt x="21300" y="0"/>
                </a:cubicBezTo>
                <a:close/>
                <a:moveTo>
                  <a:pt x="23388" y="0"/>
                </a:moveTo>
                <a:cubicBezTo>
                  <a:pt x="32599" y="20013"/>
                  <a:pt x="32599" y="20013"/>
                  <a:pt x="32599" y="20013"/>
                </a:cubicBezTo>
                <a:cubicBezTo>
                  <a:pt x="23388" y="40025"/>
                  <a:pt x="23388" y="40025"/>
                  <a:pt x="23388" y="40025"/>
                </a:cubicBezTo>
                <a:lnTo>
                  <a:pt x="29073" y="40025"/>
                </a:lnTo>
                <a:cubicBezTo>
                  <a:pt x="35546" y="25845"/>
                  <a:pt x="35546" y="25845"/>
                  <a:pt x="35546" y="25845"/>
                </a:cubicBezTo>
                <a:lnTo>
                  <a:pt x="42019" y="40025"/>
                </a:lnTo>
                <a:lnTo>
                  <a:pt x="47704" y="40025"/>
                </a:lnTo>
                <a:cubicBezTo>
                  <a:pt x="38493" y="20013"/>
                  <a:pt x="38493" y="20013"/>
                  <a:pt x="38493" y="20013"/>
                </a:cubicBezTo>
                <a:cubicBezTo>
                  <a:pt x="47704" y="0"/>
                  <a:pt x="47704" y="0"/>
                  <a:pt x="47704" y="0"/>
                </a:cubicBezTo>
                <a:lnTo>
                  <a:pt x="42019" y="0"/>
                </a:lnTo>
                <a:cubicBezTo>
                  <a:pt x="35546" y="14217"/>
                  <a:pt x="35546" y="14217"/>
                  <a:pt x="35546" y="14217"/>
                </a:cubicBezTo>
                <a:cubicBezTo>
                  <a:pt x="29073" y="0"/>
                  <a:pt x="29073" y="0"/>
                  <a:pt x="29073" y="0"/>
                </a:cubicBezTo>
                <a:close/>
                <a:moveTo>
                  <a:pt x="49769" y="0"/>
                </a:moveTo>
                <a:cubicBezTo>
                  <a:pt x="49769" y="33719"/>
                  <a:pt x="49769" y="33719"/>
                  <a:pt x="49769" y="33719"/>
                </a:cubicBezTo>
                <a:cubicBezTo>
                  <a:pt x="49769" y="37218"/>
                  <a:pt x="51578" y="40025"/>
                  <a:pt x="53806" y="40025"/>
                </a:cubicBezTo>
                <a:lnTo>
                  <a:pt x="69073" y="40025"/>
                </a:lnTo>
                <a:cubicBezTo>
                  <a:pt x="69073" y="32698"/>
                  <a:pt x="69073" y="32698"/>
                  <a:pt x="69073" y="32698"/>
                </a:cubicBezTo>
                <a:lnTo>
                  <a:pt x="55082" y="32698"/>
                </a:lnTo>
                <a:cubicBezTo>
                  <a:pt x="55082" y="0"/>
                  <a:pt x="55082" y="0"/>
                  <a:pt x="55082" y="0"/>
                </a:cubicBezTo>
                <a:close/>
              </a:path>
            </a:pathLst>
          </a:custGeom>
          <a:solidFill>
            <a:srgbClr val="FB4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triangle window photo">
  <p:cSld name="Divider triangle window photo">
    <p:bg>
      <p:bgPr>
        <a:solidFill>
          <a:schemeClr val="lt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"/>
          <p:cNvSpPr txBox="1"/>
          <p:nvPr>
            <p:ph idx="1" type="body"/>
          </p:nvPr>
        </p:nvSpPr>
        <p:spPr>
          <a:xfrm>
            <a:off x="0" y="0"/>
            <a:ext cx="12188952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accent3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–"/>
              <a:defRPr>
                <a:solidFill>
                  <a:schemeClr val="accent3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–"/>
              <a:defRPr>
                <a:solidFill>
                  <a:schemeClr val="accent3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–"/>
              <a:defRPr>
                <a:solidFill>
                  <a:schemeClr val="accent3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–"/>
              <a:defRPr>
                <a:solidFill>
                  <a:schemeClr val="accent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2" name="Google Shape;292;p47"/>
          <p:cNvSpPr/>
          <p:nvPr>
            <p:ph idx="2" type="pic"/>
          </p:nvPr>
        </p:nvSpPr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47"/>
          <p:cNvSpPr txBox="1"/>
          <p:nvPr>
            <p:ph type="ctrTitle"/>
          </p:nvPr>
        </p:nvSpPr>
        <p:spPr>
          <a:xfrm>
            <a:off x="8097625" y="696688"/>
            <a:ext cx="3912124" cy="344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47"/>
          <p:cNvSpPr/>
          <p:nvPr/>
        </p:nvSpPr>
        <p:spPr>
          <a:xfrm>
            <a:off x="11165667" y="6343011"/>
            <a:ext cx="568443" cy="210443"/>
          </a:xfrm>
          <a:custGeom>
            <a:rect b="b" l="l" r="r" t="t"/>
            <a:pathLst>
              <a:path extrusionOk="0" h="40025" w="69073">
                <a:moveTo>
                  <a:pt x="4015" y="0"/>
                </a:moveTo>
                <a:cubicBezTo>
                  <a:pt x="1810" y="0"/>
                  <a:pt x="1" y="2844"/>
                  <a:pt x="1" y="6343"/>
                </a:cubicBezTo>
                <a:cubicBezTo>
                  <a:pt x="1" y="33719"/>
                  <a:pt x="1" y="33719"/>
                  <a:pt x="1" y="33719"/>
                </a:cubicBezTo>
                <a:cubicBezTo>
                  <a:pt x="1" y="37218"/>
                  <a:pt x="1810" y="40025"/>
                  <a:pt x="4015" y="40025"/>
                </a:cubicBezTo>
                <a:lnTo>
                  <a:pt x="21300" y="40025"/>
                </a:lnTo>
                <a:cubicBezTo>
                  <a:pt x="21300" y="33099"/>
                  <a:pt x="21300" y="33099"/>
                  <a:pt x="21300" y="33099"/>
                </a:cubicBezTo>
                <a:lnTo>
                  <a:pt x="4618" y="33099"/>
                </a:lnTo>
                <a:cubicBezTo>
                  <a:pt x="4618" y="23475"/>
                  <a:pt x="4618" y="23475"/>
                  <a:pt x="4618" y="23475"/>
                </a:cubicBezTo>
                <a:lnTo>
                  <a:pt x="21300" y="23475"/>
                </a:lnTo>
                <a:cubicBezTo>
                  <a:pt x="21300" y="16550"/>
                  <a:pt x="21300" y="16550"/>
                  <a:pt x="21300" y="16550"/>
                </a:cubicBezTo>
                <a:lnTo>
                  <a:pt x="4618" y="16550"/>
                </a:lnTo>
                <a:cubicBezTo>
                  <a:pt x="4618" y="6926"/>
                  <a:pt x="4618" y="6926"/>
                  <a:pt x="4618" y="6926"/>
                </a:cubicBezTo>
                <a:lnTo>
                  <a:pt x="21300" y="6926"/>
                </a:lnTo>
                <a:cubicBezTo>
                  <a:pt x="21300" y="0"/>
                  <a:pt x="21300" y="0"/>
                  <a:pt x="21300" y="0"/>
                </a:cubicBezTo>
                <a:close/>
                <a:moveTo>
                  <a:pt x="23388" y="0"/>
                </a:moveTo>
                <a:cubicBezTo>
                  <a:pt x="32599" y="20013"/>
                  <a:pt x="32599" y="20013"/>
                  <a:pt x="32599" y="20013"/>
                </a:cubicBezTo>
                <a:cubicBezTo>
                  <a:pt x="23388" y="40025"/>
                  <a:pt x="23388" y="40025"/>
                  <a:pt x="23388" y="40025"/>
                </a:cubicBezTo>
                <a:lnTo>
                  <a:pt x="29073" y="40025"/>
                </a:lnTo>
                <a:cubicBezTo>
                  <a:pt x="35546" y="25845"/>
                  <a:pt x="35546" y="25845"/>
                  <a:pt x="35546" y="25845"/>
                </a:cubicBezTo>
                <a:lnTo>
                  <a:pt x="42019" y="40025"/>
                </a:lnTo>
                <a:lnTo>
                  <a:pt x="47704" y="40025"/>
                </a:lnTo>
                <a:cubicBezTo>
                  <a:pt x="38493" y="20013"/>
                  <a:pt x="38493" y="20013"/>
                  <a:pt x="38493" y="20013"/>
                </a:cubicBezTo>
                <a:cubicBezTo>
                  <a:pt x="47704" y="0"/>
                  <a:pt x="47704" y="0"/>
                  <a:pt x="47704" y="0"/>
                </a:cubicBezTo>
                <a:lnTo>
                  <a:pt x="42019" y="0"/>
                </a:lnTo>
                <a:cubicBezTo>
                  <a:pt x="35546" y="14217"/>
                  <a:pt x="35546" y="14217"/>
                  <a:pt x="35546" y="14217"/>
                </a:cubicBezTo>
                <a:cubicBezTo>
                  <a:pt x="29073" y="0"/>
                  <a:pt x="29073" y="0"/>
                  <a:pt x="29073" y="0"/>
                </a:cubicBezTo>
                <a:close/>
                <a:moveTo>
                  <a:pt x="49769" y="0"/>
                </a:moveTo>
                <a:cubicBezTo>
                  <a:pt x="49769" y="33719"/>
                  <a:pt x="49769" y="33719"/>
                  <a:pt x="49769" y="33719"/>
                </a:cubicBezTo>
                <a:cubicBezTo>
                  <a:pt x="49769" y="37218"/>
                  <a:pt x="51578" y="40025"/>
                  <a:pt x="53806" y="40025"/>
                </a:cubicBezTo>
                <a:lnTo>
                  <a:pt x="69073" y="40025"/>
                </a:lnTo>
                <a:cubicBezTo>
                  <a:pt x="69073" y="32698"/>
                  <a:pt x="69073" y="32698"/>
                  <a:pt x="69073" y="32698"/>
                </a:cubicBezTo>
                <a:lnTo>
                  <a:pt x="55082" y="32698"/>
                </a:lnTo>
                <a:cubicBezTo>
                  <a:pt x="55082" y="0"/>
                  <a:pt x="55082" y="0"/>
                  <a:pt x="55082" y="0"/>
                </a:cubicBezTo>
                <a:close/>
              </a:path>
            </a:pathLst>
          </a:custGeom>
          <a:solidFill>
            <a:srgbClr val="FB4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subtitle">
  <p:cSld name="One column subtitle">
    <p:bg>
      <p:bgPr>
        <a:solidFill>
          <a:schemeClr val="l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8"/>
          <p:cNvSpPr txBox="1"/>
          <p:nvPr>
            <p:ph type="ctrTitle"/>
          </p:nvPr>
        </p:nvSpPr>
        <p:spPr>
          <a:xfrm>
            <a:off x="457200" y="543491"/>
            <a:ext cx="11277600" cy="558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7" name="Google Shape;297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8"/>
          <p:cNvSpPr txBox="1"/>
          <p:nvPr>
            <p:ph idx="1" type="body"/>
          </p:nvPr>
        </p:nvSpPr>
        <p:spPr>
          <a:xfrm>
            <a:off x="485481" y="1636226"/>
            <a:ext cx="11249320" cy="434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9" name="Google Shape;299;p48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300" name="Google Shape;300;p48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48"/>
          <p:cNvSpPr txBox="1"/>
          <p:nvPr>
            <p:ph idx="2" type="body"/>
          </p:nvPr>
        </p:nvSpPr>
        <p:spPr>
          <a:xfrm>
            <a:off x="485481" y="1111117"/>
            <a:ext cx="11249320" cy="245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None/>
              <a:def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None/>
              <a:def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None/>
              <a:def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None/>
              <a:def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layout">
  <p:cSld name="Two column layout">
    <p:bg>
      <p:bgPr>
        <a:solidFill>
          <a:schemeClr val="lt1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9"/>
          <p:cNvSpPr txBox="1"/>
          <p:nvPr>
            <p:ph type="ctrTitle"/>
          </p:nvPr>
        </p:nvSpPr>
        <p:spPr>
          <a:xfrm>
            <a:off x="457200" y="543491"/>
            <a:ext cx="11277600" cy="6725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4" name="Google Shape;304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9"/>
          <p:cNvSpPr txBox="1"/>
          <p:nvPr>
            <p:ph idx="1" type="body"/>
          </p:nvPr>
        </p:nvSpPr>
        <p:spPr>
          <a:xfrm>
            <a:off x="485482" y="1420992"/>
            <a:ext cx="5077716" cy="4543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6" name="Google Shape;306;p49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307" name="Google Shape;307;p49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9"/>
          <p:cNvSpPr txBox="1"/>
          <p:nvPr>
            <p:ph idx="2" type="body"/>
          </p:nvPr>
        </p:nvSpPr>
        <p:spPr>
          <a:xfrm>
            <a:off x="6019016" y="1420813"/>
            <a:ext cx="5104613" cy="4572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subtitle">
  <p:cSld name="Two column subtitle">
    <p:bg>
      <p:bgPr>
        <a:solidFill>
          <a:schemeClr val="lt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0"/>
          <p:cNvSpPr txBox="1"/>
          <p:nvPr>
            <p:ph type="ctrTitle"/>
          </p:nvPr>
        </p:nvSpPr>
        <p:spPr>
          <a:xfrm>
            <a:off x="457200" y="543492"/>
            <a:ext cx="11277600" cy="567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11" name="Google Shape;311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50"/>
          <p:cNvSpPr txBox="1"/>
          <p:nvPr>
            <p:ph idx="1" type="body"/>
          </p:nvPr>
        </p:nvSpPr>
        <p:spPr>
          <a:xfrm>
            <a:off x="485482" y="1636226"/>
            <a:ext cx="5077716" cy="4543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3" name="Google Shape;313;p50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314" name="Google Shape;314;p50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50"/>
          <p:cNvSpPr txBox="1"/>
          <p:nvPr>
            <p:ph idx="2" type="body"/>
          </p:nvPr>
        </p:nvSpPr>
        <p:spPr>
          <a:xfrm>
            <a:off x="6019016" y="1636226"/>
            <a:ext cx="5104613" cy="4572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6" name="Google Shape;316;p50"/>
          <p:cNvSpPr txBox="1"/>
          <p:nvPr>
            <p:ph idx="3" type="body"/>
          </p:nvPr>
        </p:nvSpPr>
        <p:spPr>
          <a:xfrm>
            <a:off x="485481" y="1111117"/>
            <a:ext cx="11249320" cy="245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None/>
              <a:def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None/>
              <a:def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None/>
              <a:def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None/>
              <a:def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r orange">
  <p:cSld name="Sider orange">
    <p:bg>
      <p:bgPr>
        <a:solidFill>
          <a:schemeClr val="lt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1"/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51"/>
          <p:cNvSpPr txBox="1"/>
          <p:nvPr>
            <p:ph type="ctrTitle"/>
          </p:nvPr>
        </p:nvSpPr>
        <p:spPr>
          <a:xfrm>
            <a:off x="457200" y="984831"/>
            <a:ext cx="3679371" cy="23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0" name="Google Shape;320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51"/>
          <p:cNvSpPr txBox="1"/>
          <p:nvPr>
            <p:ph idx="1" type="body"/>
          </p:nvPr>
        </p:nvSpPr>
        <p:spPr>
          <a:xfrm>
            <a:off x="4977353" y="984831"/>
            <a:ext cx="5527444" cy="502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2" name="Google Shape;322;p51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323" name="Google Shape;323;p51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51"/>
          <p:cNvSpPr txBox="1"/>
          <p:nvPr>
            <p:ph idx="2" type="body"/>
          </p:nvPr>
        </p:nvSpPr>
        <p:spPr>
          <a:xfrm>
            <a:off x="457200" y="3325305"/>
            <a:ext cx="3679825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Calibri"/>
              <a:buNone/>
              <a:defRPr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r slate gray">
  <p:cSld name="Sider slate gray">
    <p:bg>
      <p:bgPr>
        <a:solidFill>
          <a:schemeClr val="lt1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2"/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52"/>
          <p:cNvSpPr txBox="1"/>
          <p:nvPr>
            <p:ph type="ctrTitle"/>
          </p:nvPr>
        </p:nvSpPr>
        <p:spPr>
          <a:xfrm>
            <a:off x="457200" y="984831"/>
            <a:ext cx="3679371" cy="23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8" name="Google Shape;328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52"/>
          <p:cNvSpPr txBox="1"/>
          <p:nvPr>
            <p:ph idx="1" type="body"/>
          </p:nvPr>
        </p:nvSpPr>
        <p:spPr>
          <a:xfrm>
            <a:off x="4977353" y="984831"/>
            <a:ext cx="5527444" cy="502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0" name="Google Shape;330;p52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331" name="Google Shape;331;p52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52"/>
          <p:cNvSpPr txBox="1"/>
          <p:nvPr>
            <p:ph idx="2" type="body"/>
          </p:nvPr>
        </p:nvSpPr>
        <p:spPr>
          <a:xfrm>
            <a:off x="457200" y="3325305"/>
            <a:ext cx="3679825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Calibri"/>
              <a:buNone/>
              <a:defRPr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r midnight blue">
  <p:cSld name="Sider midnight blue">
    <p:bg>
      <p:bgPr>
        <a:solidFill>
          <a:schemeClr val="lt1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3"/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53"/>
          <p:cNvSpPr txBox="1"/>
          <p:nvPr>
            <p:ph type="ctrTitle"/>
          </p:nvPr>
        </p:nvSpPr>
        <p:spPr>
          <a:xfrm>
            <a:off x="457200" y="984831"/>
            <a:ext cx="3679371" cy="23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36" name="Google Shape;336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53"/>
          <p:cNvSpPr txBox="1"/>
          <p:nvPr>
            <p:ph idx="1" type="body"/>
          </p:nvPr>
        </p:nvSpPr>
        <p:spPr>
          <a:xfrm>
            <a:off x="4977353" y="984831"/>
            <a:ext cx="5527444" cy="502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00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8" name="Google Shape;338;p53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339" name="Google Shape;339;p53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53"/>
          <p:cNvSpPr txBox="1"/>
          <p:nvPr>
            <p:ph idx="2" type="body"/>
          </p:nvPr>
        </p:nvSpPr>
        <p:spPr>
          <a:xfrm>
            <a:off x="457200" y="3325305"/>
            <a:ext cx="3679825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Calibri"/>
              <a:buNone/>
              <a:defRPr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r light blue">
  <p:cSld name="Sider light blue">
    <p:bg>
      <p:bgPr>
        <a:solidFill>
          <a:schemeClr val="lt1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4"/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54"/>
          <p:cNvSpPr txBox="1"/>
          <p:nvPr>
            <p:ph type="ctrTitle"/>
          </p:nvPr>
        </p:nvSpPr>
        <p:spPr>
          <a:xfrm>
            <a:off x="457200" y="984831"/>
            <a:ext cx="3679371" cy="23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  <a:defRPr sz="4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44" name="Google Shape;344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4"/>
          <p:cNvSpPr txBox="1"/>
          <p:nvPr>
            <p:ph idx="1" type="body"/>
          </p:nvPr>
        </p:nvSpPr>
        <p:spPr>
          <a:xfrm>
            <a:off x="4977353" y="984831"/>
            <a:ext cx="5527444" cy="502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6" name="Google Shape;346;p54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347" name="Google Shape;347;p54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54"/>
          <p:cNvSpPr txBox="1"/>
          <p:nvPr>
            <p:ph idx="2" type="body"/>
          </p:nvPr>
        </p:nvSpPr>
        <p:spPr>
          <a:xfrm>
            <a:off x="457200" y="3325305"/>
            <a:ext cx="3679825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Calibri"/>
              <a:buNone/>
              <a:defRPr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2"/>
                </a:solidFill>
              </a:defRPr>
            </a:lvl2pPr>
            <a:lvl3pPr indent="-355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r photo">
  <p:cSld name="Sider photo">
    <p:bg>
      <p:bgPr>
        <a:solidFill>
          <a:schemeClr val="lt1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5"/>
          <p:cNvSpPr txBox="1"/>
          <p:nvPr>
            <p:ph type="ctrTitle"/>
          </p:nvPr>
        </p:nvSpPr>
        <p:spPr>
          <a:xfrm>
            <a:off x="4977353" y="984831"/>
            <a:ext cx="6136849" cy="891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55"/>
          <p:cNvSpPr txBox="1"/>
          <p:nvPr>
            <p:ph idx="1" type="body"/>
          </p:nvPr>
        </p:nvSpPr>
        <p:spPr>
          <a:xfrm>
            <a:off x="4977353" y="1883303"/>
            <a:ext cx="6136849" cy="41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3" name="Google Shape;353;p55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354" name="Google Shape;354;p55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55"/>
          <p:cNvSpPr/>
          <p:nvPr>
            <p:ph idx="2" type="pic"/>
          </p:nvPr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photo graphic">
  <p:cSld name="Large photo graphic">
    <p:bg>
      <p:bgPr>
        <a:solidFill>
          <a:schemeClr val="lt1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6"/>
          <p:cNvSpPr/>
          <p:nvPr>
            <p:ph idx="2" type="pic"/>
          </p:nvPr>
        </p:nvSpPr>
        <p:spPr>
          <a:xfrm>
            <a:off x="4433888" y="0"/>
            <a:ext cx="775811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58" name="Google Shape;358;p56"/>
          <p:cNvSpPr/>
          <p:nvPr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56"/>
          <p:cNvSpPr txBox="1"/>
          <p:nvPr>
            <p:ph type="ctrTitle"/>
          </p:nvPr>
        </p:nvSpPr>
        <p:spPr>
          <a:xfrm>
            <a:off x="457200" y="984831"/>
            <a:ext cx="3679371" cy="1649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56"/>
          <p:cNvSpPr txBox="1"/>
          <p:nvPr>
            <p:ph idx="1" type="body"/>
          </p:nvPr>
        </p:nvSpPr>
        <p:spPr>
          <a:xfrm>
            <a:off x="457200" y="3234979"/>
            <a:ext cx="3679825" cy="315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1" name="Google Shape;361;p56"/>
          <p:cNvSpPr/>
          <p:nvPr/>
        </p:nvSpPr>
        <p:spPr>
          <a:xfrm>
            <a:off x="11165667" y="6343011"/>
            <a:ext cx="568443" cy="210443"/>
          </a:xfrm>
          <a:custGeom>
            <a:rect b="b" l="l" r="r" t="t"/>
            <a:pathLst>
              <a:path extrusionOk="0" h="40025" w="69073">
                <a:moveTo>
                  <a:pt x="4015" y="0"/>
                </a:moveTo>
                <a:cubicBezTo>
                  <a:pt x="1810" y="0"/>
                  <a:pt x="1" y="2844"/>
                  <a:pt x="1" y="6343"/>
                </a:cubicBezTo>
                <a:cubicBezTo>
                  <a:pt x="1" y="33719"/>
                  <a:pt x="1" y="33719"/>
                  <a:pt x="1" y="33719"/>
                </a:cubicBezTo>
                <a:cubicBezTo>
                  <a:pt x="1" y="37218"/>
                  <a:pt x="1810" y="40025"/>
                  <a:pt x="4015" y="40025"/>
                </a:cubicBezTo>
                <a:lnTo>
                  <a:pt x="21300" y="40025"/>
                </a:lnTo>
                <a:cubicBezTo>
                  <a:pt x="21300" y="33099"/>
                  <a:pt x="21300" y="33099"/>
                  <a:pt x="21300" y="33099"/>
                </a:cubicBezTo>
                <a:lnTo>
                  <a:pt x="4618" y="33099"/>
                </a:lnTo>
                <a:cubicBezTo>
                  <a:pt x="4618" y="23475"/>
                  <a:pt x="4618" y="23475"/>
                  <a:pt x="4618" y="23475"/>
                </a:cubicBezTo>
                <a:lnTo>
                  <a:pt x="21300" y="23475"/>
                </a:lnTo>
                <a:cubicBezTo>
                  <a:pt x="21300" y="16550"/>
                  <a:pt x="21300" y="16550"/>
                  <a:pt x="21300" y="16550"/>
                </a:cubicBezTo>
                <a:lnTo>
                  <a:pt x="4618" y="16550"/>
                </a:lnTo>
                <a:cubicBezTo>
                  <a:pt x="4618" y="6926"/>
                  <a:pt x="4618" y="6926"/>
                  <a:pt x="4618" y="6926"/>
                </a:cubicBezTo>
                <a:lnTo>
                  <a:pt x="21300" y="6926"/>
                </a:lnTo>
                <a:cubicBezTo>
                  <a:pt x="21300" y="0"/>
                  <a:pt x="21300" y="0"/>
                  <a:pt x="21300" y="0"/>
                </a:cubicBezTo>
                <a:close/>
                <a:moveTo>
                  <a:pt x="23388" y="0"/>
                </a:moveTo>
                <a:cubicBezTo>
                  <a:pt x="32599" y="20013"/>
                  <a:pt x="32599" y="20013"/>
                  <a:pt x="32599" y="20013"/>
                </a:cubicBezTo>
                <a:cubicBezTo>
                  <a:pt x="23388" y="40025"/>
                  <a:pt x="23388" y="40025"/>
                  <a:pt x="23388" y="40025"/>
                </a:cubicBezTo>
                <a:lnTo>
                  <a:pt x="29073" y="40025"/>
                </a:lnTo>
                <a:cubicBezTo>
                  <a:pt x="35546" y="25845"/>
                  <a:pt x="35546" y="25845"/>
                  <a:pt x="35546" y="25845"/>
                </a:cubicBezTo>
                <a:lnTo>
                  <a:pt x="42019" y="40025"/>
                </a:lnTo>
                <a:lnTo>
                  <a:pt x="47704" y="40025"/>
                </a:lnTo>
                <a:cubicBezTo>
                  <a:pt x="38493" y="20013"/>
                  <a:pt x="38493" y="20013"/>
                  <a:pt x="38493" y="20013"/>
                </a:cubicBezTo>
                <a:cubicBezTo>
                  <a:pt x="47704" y="0"/>
                  <a:pt x="47704" y="0"/>
                  <a:pt x="47704" y="0"/>
                </a:cubicBezTo>
                <a:lnTo>
                  <a:pt x="42019" y="0"/>
                </a:lnTo>
                <a:cubicBezTo>
                  <a:pt x="35546" y="14217"/>
                  <a:pt x="35546" y="14217"/>
                  <a:pt x="35546" y="14217"/>
                </a:cubicBezTo>
                <a:cubicBezTo>
                  <a:pt x="29073" y="0"/>
                  <a:pt x="29073" y="0"/>
                  <a:pt x="29073" y="0"/>
                </a:cubicBezTo>
                <a:close/>
                <a:moveTo>
                  <a:pt x="49769" y="0"/>
                </a:moveTo>
                <a:cubicBezTo>
                  <a:pt x="49769" y="33719"/>
                  <a:pt x="49769" y="33719"/>
                  <a:pt x="49769" y="33719"/>
                </a:cubicBezTo>
                <a:cubicBezTo>
                  <a:pt x="49769" y="37218"/>
                  <a:pt x="51578" y="40025"/>
                  <a:pt x="53806" y="40025"/>
                </a:cubicBezTo>
                <a:lnTo>
                  <a:pt x="69073" y="40025"/>
                </a:lnTo>
                <a:cubicBezTo>
                  <a:pt x="69073" y="32698"/>
                  <a:pt x="69073" y="32698"/>
                  <a:pt x="69073" y="32698"/>
                </a:cubicBezTo>
                <a:lnTo>
                  <a:pt x="55082" y="32698"/>
                </a:lnTo>
                <a:cubicBezTo>
                  <a:pt x="55082" y="0"/>
                  <a:pt x="55082" y="0"/>
                  <a:pt x="55082" y="0"/>
                </a:cubicBezTo>
                <a:close/>
              </a:path>
            </a:pathLst>
          </a:custGeom>
          <a:solidFill>
            <a:srgbClr val="FB4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6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363" name="Google Shape;363;p56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stats">
  <p:cSld name="Case study stats">
    <p:bg>
      <p:bgPr>
        <a:solidFill>
          <a:schemeClr val="lt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7"/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57"/>
          <p:cNvSpPr txBox="1"/>
          <p:nvPr>
            <p:ph type="ctrTitle"/>
          </p:nvPr>
        </p:nvSpPr>
        <p:spPr>
          <a:xfrm>
            <a:off x="457200" y="3302000"/>
            <a:ext cx="5638800" cy="1598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  <a:defRPr sz="4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57"/>
          <p:cNvSpPr txBox="1"/>
          <p:nvPr>
            <p:ph idx="1" type="body"/>
          </p:nvPr>
        </p:nvSpPr>
        <p:spPr>
          <a:xfrm>
            <a:off x="457200" y="457200"/>
            <a:ext cx="3679371" cy="421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68" name="Google Shape;368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57"/>
          <p:cNvSpPr txBox="1"/>
          <p:nvPr>
            <p:ph idx="2" type="body"/>
          </p:nvPr>
        </p:nvSpPr>
        <p:spPr>
          <a:xfrm>
            <a:off x="457200" y="1613721"/>
            <a:ext cx="3549650" cy="636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0" name="Google Shape;370;p57"/>
          <p:cNvSpPr txBox="1"/>
          <p:nvPr>
            <p:ph idx="3" type="body"/>
          </p:nvPr>
        </p:nvSpPr>
        <p:spPr>
          <a:xfrm>
            <a:off x="4320283" y="1613721"/>
            <a:ext cx="3549650" cy="636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1" name="Google Shape;371;p57"/>
          <p:cNvSpPr txBox="1"/>
          <p:nvPr>
            <p:ph idx="4" type="body"/>
          </p:nvPr>
        </p:nvSpPr>
        <p:spPr>
          <a:xfrm>
            <a:off x="8183365" y="1613721"/>
            <a:ext cx="3549650" cy="636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2" name="Google Shape;372;p57"/>
          <p:cNvSpPr txBox="1"/>
          <p:nvPr>
            <p:ph idx="5" type="body"/>
          </p:nvPr>
        </p:nvSpPr>
        <p:spPr>
          <a:xfrm>
            <a:off x="457200" y="2311900"/>
            <a:ext cx="3549650" cy="447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3" name="Google Shape;373;p57"/>
          <p:cNvSpPr txBox="1"/>
          <p:nvPr>
            <p:ph idx="6" type="body"/>
          </p:nvPr>
        </p:nvSpPr>
        <p:spPr>
          <a:xfrm>
            <a:off x="4310008" y="2311900"/>
            <a:ext cx="3549650" cy="447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4" name="Google Shape;374;p57"/>
          <p:cNvSpPr txBox="1"/>
          <p:nvPr>
            <p:ph idx="7" type="body"/>
          </p:nvPr>
        </p:nvSpPr>
        <p:spPr>
          <a:xfrm>
            <a:off x="8173092" y="2311900"/>
            <a:ext cx="3549650" cy="447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5" name="Google Shape;375;p57"/>
          <p:cNvSpPr txBox="1"/>
          <p:nvPr>
            <p:ph idx="8" type="body"/>
          </p:nvPr>
        </p:nvSpPr>
        <p:spPr>
          <a:xfrm>
            <a:off x="457200" y="5001689"/>
            <a:ext cx="5638800" cy="124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None/>
              <a:defRPr b="1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6" name="Google Shape;376;p57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377" name="Google Shape;377;p57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ase study detailed">
  <p:cSld name="1_Case study detailed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8"/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58"/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CASE STUDY</a:t>
            </a:r>
            <a:endParaRPr/>
          </a:p>
        </p:txBody>
      </p:sp>
      <p:pic>
        <p:nvPicPr>
          <p:cNvPr id="381" name="Google Shape;381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58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383" name="Google Shape;383;p58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58"/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CASE STUDY</a:t>
            </a:r>
            <a:endParaRPr/>
          </a:p>
        </p:txBody>
      </p:sp>
      <p:sp>
        <p:nvSpPr>
          <p:cNvPr id="385" name="Google Shape;385;p58"/>
          <p:cNvSpPr txBox="1"/>
          <p:nvPr>
            <p:ph idx="1" type="body"/>
          </p:nvPr>
        </p:nvSpPr>
        <p:spPr>
          <a:xfrm>
            <a:off x="457200" y="315990"/>
            <a:ext cx="11524268" cy="558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6" name="Google Shape;386;p58"/>
          <p:cNvSpPr txBox="1"/>
          <p:nvPr>
            <p:ph idx="2" type="body"/>
          </p:nvPr>
        </p:nvSpPr>
        <p:spPr>
          <a:xfrm>
            <a:off x="457200" y="855549"/>
            <a:ext cx="8308975" cy="22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7" name="Google Shape;387;p58"/>
          <p:cNvSpPr txBox="1"/>
          <p:nvPr>
            <p:ph idx="3" type="body"/>
          </p:nvPr>
        </p:nvSpPr>
        <p:spPr>
          <a:xfrm>
            <a:off x="457201" y="1570034"/>
            <a:ext cx="2201157" cy="28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8" name="Google Shape;388;p58"/>
          <p:cNvSpPr txBox="1"/>
          <p:nvPr>
            <p:ph idx="4" type="body"/>
          </p:nvPr>
        </p:nvSpPr>
        <p:spPr>
          <a:xfrm>
            <a:off x="461388" y="1924655"/>
            <a:ext cx="2196206" cy="1055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9" name="Google Shape;389;p58"/>
          <p:cNvSpPr txBox="1"/>
          <p:nvPr>
            <p:ph idx="5" type="body"/>
          </p:nvPr>
        </p:nvSpPr>
        <p:spPr>
          <a:xfrm>
            <a:off x="457201" y="3151528"/>
            <a:ext cx="2201157" cy="28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0" name="Google Shape;390;p58"/>
          <p:cNvSpPr txBox="1"/>
          <p:nvPr>
            <p:ph idx="6" type="body"/>
          </p:nvPr>
        </p:nvSpPr>
        <p:spPr>
          <a:xfrm>
            <a:off x="457201" y="3502135"/>
            <a:ext cx="2201157" cy="259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1" name="Google Shape;391;p58"/>
          <p:cNvSpPr txBox="1"/>
          <p:nvPr>
            <p:ph idx="7" type="body"/>
          </p:nvPr>
        </p:nvSpPr>
        <p:spPr>
          <a:xfrm>
            <a:off x="3054221" y="1570034"/>
            <a:ext cx="2414504" cy="28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2" name="Google Shape;392;p58"/>
          <p:cNvSpPr txBox="1"/>
          <p:nvPr>
            <p:ph idx="8" type="body"/>
          </p:nvPr>
        </p:nvSpPr>
        <p:spPr>
          <a:xfrm>
            <a:off x="3054221" y="1924656"/>
            <a:ext cx="5603600" cy="2363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3" name="Google Shape;393;p58"/>
          <p:cNvSpPr txBox="1"/>
          <p:nvPr>
            <p:ph idx="9" type="body"/>
          </p:nvPr>
        </p:nvSpPr>
        <p:spPr>
          <a:xfrm>
            <a:off x="3054221" y="4427256"/>
            <a:ext cx="2414504" cy="28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4" name="Google Shape;394;p58"/>
          <p:cNvSpPr txBox="1"/>
          <p:nvPr>
            <p:ph idx="13" type="body"/>
          </p:nvPr>
        </p:nvSpPr>
        <p:spPr>
          <a:xfrm>
            <a:off x="3054221" y="4790839"/>
            <a:ext cx="5603600" cy="1310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95" name="Google Shape;395;p58"/>
          <p:cNvCxnSpPr/>
          <p:nvPr/>
        </p:nvCxnSpPr>
        <p:spPr>
          <a:xfrm>
            <a:off x="8804633" y="1569450"/>
            <a:ext cx="0" cy="4563507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96" name="Google Shape;396;p58"/>
          <p:cNvSpPr txBox="1"/>
          <p:nvPr>
            <p:ph idx="14" type="body"/>
          </p:nvPr>
        </p:nvSpPr>
        <p:spPr>
          <a:xfrm>
            <a:off x="9125145" y="1570034"/>
            <a:ext cx="2677207" cy="28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 b="1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7" name="Google Shape;397;p58"/>
          <p:cNvSpPr txBox="1"/>
          <p:nvPr>
            <p:ph idx="15" type="body"/>
          </p:nvPr>
        </p:nvSpPr>
        <p:spPr>
          <a:xfrm>
            <a:off x="9125146" y="1924655"/>
            <a:ext cx="2677206" cy="3975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highlight">
  <p:cSld name="Chart highlight">
    <p:bg>
      <p:bgPr>
        <a:solidFill>
          <a:schemeClr val="lt1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59"/>
          <p:cNvSpPr txBox="1"/>
          <p:nvPr>
            <p:ph idx="1" type="body"/>
          </p:nvPr>
        </p:nvSpPr>
        <p:spPr>
          <a:xfrm>
            <a:off x="4433888" y="1184239"/>
            <a:ext cx="7300912" cy="44561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1" name="Google Shape;401;p59"/>
          <p:cNvSpPr txBox="1"/>
          <p:nvPr>
            <p:ph type="ctrTitle"/>
          </p:nvPr>
        </p:nvSpPr>
        <p:spPr>
          <a:xfrm>
            <a:off x="457200" y="1184239"/>
            <a:ext cx="3679371" cy="1649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  <a:defRPr sz="4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59"/>
          <p:cNvSpPr txBox="1"/>
          <p:nvPr>
            <p:ph idx="2" type="body"/>
          </p:nvPr>
        </p:nvSpPr>
        <p:spPr>
          <a:xfrm>
            <a:off x="457200" y="6265985"/>
            <a:ext cx="3679825" cy="3110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3" name="Google Shape;403;p59"/>
          <p:cNvSpPr txBox="1"/>
          <p:nvPr>
            <p:ph idx="3" type="body"/>
          </p:nvPr>
        </p:nvSpPr>
        <p:spPr>
          <a:xfrm>
            <a:off x="457200" y="2933317"/>
            <a:ext cx="3667742" cy="1822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None/>
              <a:def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4" name="Google Shape;404;p59"/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©2026 ExlService Holdings, Inc. All rights reserved.</a:t>
            </a:r>
            <a:endParaRPr/>
          </a:p>
        </p:txBody>
      </p:sp>
      <p:sp>
        <p:nvSpPr>
          <p:cNvPr id="405" name="Google Shape;405;p59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Slide White">
  <p:cSld name="Contact Slide White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1"/>
          <p:cNvSpPr txBox="1"/>
          <p:nvPr>
            <p:ph idx="1" type="body"/>
          </p:nvPr>
        </p:nvSpPr>
        <p:spPr>
          <a:xfrm>
            <a:off x="457200" y="2941639"/>
            <a:ext cx="3807869" cy="281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9" name="Google Shape;409;p61"/>
          <p:cNvSpPr txBox="1"/>
          <p:nvPr>
            <p:ph idx="2" type="body"/>
          </p:nvPr>
        </p:nvSpPr>
        <p:spPr>
          <a:xfrm>
            <a:off x="457200" y="3293332"/>
            <a:ext cx="3807869" cy="236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b="1" i="0" sz="1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0" name="Google Shape;410;p61"/>
          <p:cNvSpPr txBox="1"/>
          <p:nvPr>
            <p:ph idx="3" type="body"/>
          </p:nvPr>
        </p:nvSpPr>
        <p:spPr>
          <a:xfrm>
            <a:off x="457200" y="3568293"/>
            <a:ext cx="3807869" cy="870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1" name="Google Shape;411;p61"/>
          <p:cNvSpPr txBox="1"/>
          <p:nvPr>
            <p:ph idx="4" type="body"/>
          </p:nvPr>
        </p:nvSpPr>
        <p:spPr>
          <a:xfrm>
            <a:off x="457200" y="4597790"/>
            <a:ext cx="3807869" cy="281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2" name="Google Shape;412;p61"/>
          <p:cNvSpPr txBox="1"/>
          <p:nvPr>
            <p:ph idx="5" type="body"/>
          </p:nvPr>
        </p:nvSpPr>
        <p:spPr>
          <a:xfrm>
            <a:off x="457200" y="4949483"/>
            <a:ext cx="3807869" cy="236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b="1" i="0" sz="1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3" name="Google Shape;413;p61"/>
          <p:cNvSpPr txBox="1"/>
          <p:nvPr>
            <p:ph idx="6" type="body"/>
          </p:nvPr>
        </p:nvSpPr>
        <p:spPr>
          <a:xfrm>
            <a:off x="457200" y="5224444"/>
            <a:ext cx="3807869" cy="870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4" name="Google Shape;414;p61"/>
          <p:cNvSpPr txBox="1"/>
          <p:nvPr>
            <p:ph idx="7" type="body"/>
          </p:nvPr>
        </p:nvSpPr>
        <p:spPr>
          <a:xfrm>
            <a:off x="4792607" y="2941639"/>
            <a:ext cx="3807869" cy="281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5" name="Google Shape;415;p61"/>
          <p:cNvSpPr txBox="1"/>
          <p:nvPr>
            <p:ph idx="8" type="body"/>
          </p:nvPr>
        </p:nvSpPr>
        <p:spPr>
          <a:xfrm>
            <a:off x="4792607" y="3293332"/>
            <a:ext cx="3807869" cy="236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b="1" i="0" sz="1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6" name="Google Shape;416;p61"/>
          <p:cNvSpPr txBox="1"/>
          <p:nvPr>
            <p:ph idx="9" type="body"/>
          </p:nvPr>
        </p:nvSpPr>
        <p:spPr>
          <a:xfrm>
            <a:off x="4792607" y="3568293"/>
            <a:ext cx="3807869" cy="870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7" name="Google Shape;417;p61"/>
          <p:cNvSpPr txBox="1"/>
          <p:nvPr>
            <p:ph idx="13" type="body"/>
          </p:nvPr>
        </p:nvSpPr>
        <p:spPr>
          <a:xfrm>
            <a:off x="4792607" y="4597790"/>
            <a:ext cx="3807869" cy="1496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18" name="Google Shape;418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Slide Orange">
  <p:cSld name="Contact Slide Orange">
    <p:bg>
      <p:bgPr>
        <a:solidFill>
          <a:schemeClr val="dk2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2"/>
          <p:cNvSpPr txBox="1"/>
          <p:nvPr>
            <p:ph idx="1" type="body"/>
          </p:nvPr>
        </p:nvSpPr>
        <p:spPr>
          <a:xfrm>
            <a:off x="457200" y="2941639"/>
            <a:ext cx="3807869" cy="281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1" name="Google Shape;421;p62"/>
          <p:cNvSpPr txBox="1"/>
          <p:nvPr>
            <p:ph idx="2" type="body"/>
          </p:nvPr>
        </p:nvSpPr>
        <p:spPr>
          <a:xfrm>
            <a:off x="457200" y="3293332"/>
            <a:ext cx="3807869" cy="236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b="1" i="0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2" name="Google Shape;422;p62"/>
          <p:cNvSpPr txBox="1"/>
          <p:nvPr>
            <p:ph idx="3" type="body"/>
          </p:nvPr>
        </p:nvSpPr>
        <p:spPr>
          <a:xfrm>
            <a:off x="457200" y="3568293"/>
            <a:ext cx="3807869" cy="870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3" name="Google Shape;423;p62"/>
          <p:cNvSpPr txBox="1"/>
          <p:nvPr>
            <p:ph idx="4" type="body"/>
          </p:nvPr>
        </p:nvSpPr>
        <p:spPr>
          <a:xfrm>
            <a:off x="457200" y="4597790"/>
            <a:ext cx="3807869" cy="281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4" name="Google Shape;424;p62"/>
          <p:cNvSpPr txBox="1"/>
          <p:nvPr>
            <p:ph idx="5" type="body"/>
          </p:nvPr>
        </p:nvSpPr>
        <p:spPr>
          <a:xfrm>
            <a:off x="457200" y="4949483"/>
            <a:ext cx="3807869" cy="236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b="1" i="0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5" name="Google Shape;425;p62"/>
          <p:cNvSpPr txBox="1"/>
          <p:nvPr>
            <p:ph idx="6" type="body"/>
          </p:nvPr>
        </p:nvSpPr>
        <p:spPr>
          <a:xfrm>
            <a:off x="457200" y="5224444"/>
            <a:ext cx="3807869" cy="870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6" name="Google Shape;426;p62"/>
          <p:cNvSpPr txBox="1"/>
          <p:nvPr>
            <p:ph idx="7" type="body"/>
          </p:nvPr>
        </p:nvSpPr>
        <p:spPr>
          <a:xfrm>
            <a:off x="4792607" y="2941639"/>
            <a:ext cx="3807869" cy="281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7" name="Google Shape;427;p62"/>
          <p:cNvSpPr txBox="1"/>
          <p:nvPr>
            <p:ph idx="8" type="body"/>
          </p:nvPr>
        </p:nvSpPr>
        <p:spPr>
          <a:xfrm>
            <a:off x="4792607" y="3293332"/>
            <a:ext cx="3807869" cy="236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b="1" i="0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8" name="Google Shape;428;p62"/>
          <p:cNvSpPr txBox="1"/>
          <p:nvPr>
            <p:ph idx="9" type="body"/>
          </p:nvPr>
        </p:nvSpPr>
        <p:spPr>
          <a:xfrm>
            <a:off x="4792607" y="3568293"/>
            <a:ext cx="3807869" cy="870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9" name="Google Shape;429;p62"/>
          <p:cNvSpPr txBox="1"/>
          <p:nvPr>
            <p:ph idx="13" type="body"/>
          </p:nvPr>
        </p:nvSpPr>
        <p:spPr>
          <a:xfrm>
            <a:off x="4792607" y="4597790"/>
            <a:ext cx="3807869" cy="1496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30" name="Google Shape;430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6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34" name="Google Shape;434;p63"/>
          <p:cNvSpPr txBox="1"/>
          <p:nvPr>
            <p:ph idx="10" type="dt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63"/>
          <p:cNvSpPr txBox="1"/>
          <p:nvPr>
            <p:ph idx="11" type="ftr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p63"/>
          <p:cNvSpPr txBox="1"/>
          <p:nvPr>
            <p:ph idx="12" type="sldNum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2.xml"/><Relationship Id="rId23" Type="http://schemas.openxmlformats.org/officeDocument/2006/relationships/slideLayout" Target="../slideLayouts/slideLayout53.xml"/><Relationship Id="rId24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55.xml"/><Relationship Id="rId26" Type="http://schemas.openxmlformats.org/officeDocument/2006/relationships/slideLayout" Target="../slideLayouts/slideLayout56.xml"/><Relationship Id="rId27" Type="http://schemas.openxmlformats.org/officeDocument/2006/relationships/slideLayout" Target="../slideLayouts/slideLayout57.xml"/><Relationship Id="rId28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59.xml"/><Relationship Id="rId30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61.xml"/><Relationship Id="rId3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Char char="–"/>
              <a:defRPr b="0" i="0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TR"/>
              <a:buChar char="–"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TR"/>
              <a:buChar char="–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TR"/>
              <a:buChar char="–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1" name="Google Shape;221;p32"/>
          <p:cNvSpPr txBox="1"/>
          <p:nvPr>
            <p:ph idx="1" type="body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Char char="–"/>
              <a:defRPr b="0" i="0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TR"/>
              <a:buChar char="–"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TR"/>
              <a:buChar char="–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TR"/>
              <a:buChar char="–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2" name="Google Shape;222;p32"/>
          <p:cNvSpPr txBox="1"/>
          <p:nvPr>
            <p:ph idx="10" type="dt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3" name="Google Shape;223;p32"/>
          <p:cNvSpPr txBox="1"/>
          <p:nvPr>
            <p:ph idx="11" type="ftr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4" name="Google Shape;224;p32"/>
          <p:cNvSpPr txBox="1"/>
          <p:nvPr>
            <p:ph idx="12" type="sldNum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  <p:sldLayoutId id="2147483706" r:id="rId29"/>
    <p:sldLayoutId id="2147483707" r:id="rId30"/>
    <p:sldLayoutId id="214748370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4"/>
          <p:cNvSpPr txBox="1"/>
          <p:nvPr>
            <p:ph type="ctrTitle"/>
          </p:nvPr>
        </p:nvSpPr>
        <p:spPr>
          <a:xfrm>
            <a:off x="457200" y="457200"/>
            <a:ext cx="11277600" cy="34135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Calibri"/>
              <a:buNone/>
            </a:pPr>
            <a:r>
              <a:rPr lang="en-US"/>
              <a:t>Ghost Denials</a:t>
            </a:r>
            <a:endParaRPr/>
          </a:p>
        </p:txBody>
      </p:sp>
      <p:sp>
        <p:nvSpPr>
          <p:cNvPr id="442" name="Google Shape;442;p64"/>
          <p:cNvSpPr txBox="1"/>
          <p:nvPr>
            <p:ph idx="1" type="subTitle"/>
          </p:nvPr>
        </p:nvSpPr>
        <p:spPr>
          <a:xfrm>
            <a:off x="457199" y="4027501"/>
            <a:ext cx="11277599" cy="936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Idea Title: Ghost Denials — Counterfactual Equivalence Audit for Wrongful Claim Denials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Team name: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Detecting silently wrongful automated claim denials — by proving a near-identical claim was paid.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5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4E0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B4E0B"/>
                </a:solidFill>
                <a:latin typeface="Calibri"/>
                <a:ea typeface="Calibri"/>
                <a:cs typeface="Calibri"/>
                <a:sym typeface="Calibri"/>
              </a:rPr>
              <a:t>01  ·  THE OPPORTUNITY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65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Opportunity, Champions &amp; Core Team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65"/>
          <p:cNvSpPr/>
          <p:nvPr/>
        </p:nvSpPr>
        <p:spPr>
          <a:xfrm>
            <a:off x="502920" y="1508760"/>
            <a:ext cx="11183112" cy="1417320"/>
          </a:xfrm>
          <a:prstGeom prst="roundRect">
            <a:avLst>
              <a:gd fmla="val 3871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65"/>
          <p:cNvSpPr/>
          <p:nvPr/>
        </p:nvSpPr>
        <p:spPr>
          <a:xfrm>
            <a:off x="685800" y="162763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Opportunity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65"/>
          <p:cNvSpPr/>
          <p:nvPr/>
        </p:nvSpPr>
        <p:spPr>
          <a:xfrm>
            <a:off x="685800" y="199339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Insurers auto-deny claims at scale, and most wrongful denials are never appealed — so they stay invisible. Ghost Denials scans historical adjudications and flags denials that contradict the plan's own near-identical paid claims, making silent wrongful denials measurable.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65"/>
          <p:cNvSpPr/>
          <p:nvPr/>
        </p:nvSpPr>
        <p:spPr>
          <a:xfrm>
            <a:off x="502920" y="3154680"/>
            <a:ext cx="5486400" cy="2971800"/>
          </a:xfrm>
          <a:prstGeom prst="roundRect">
            <a:avLst>
              <a:gd fmla="val 1846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65"/>
          <p:cNvSpPr/>
          <p:nvPr/>
        </p:nvSpPr>
        <p:spPr>
          <a:xfrm>
            <a:off x="685800" y="3273552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Business Champions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65"/>
          <p:cNvSpPr/>
          <p:nvPr/>
        </p:nvSpPr>
        <p:spPr>
          <a:xfrm>
            <a:off x="731520" y="365760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300"/>
              <a:buFont typeface="Calibri"/>
              <a:buChar char="•"/>
            </a:pPr>
            <a:r>
              <a:rPr i="1" lang="en-US" sz="130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[Champion 1 — title / business unit]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C727B"/>
              </a:buClr>
              <a:buSzPts val="1300"/>
              <a:buFont typeface="Calibri"/>
              <a:buChar char="•"/>
            </a:pPr>
            <a:r>
              <a:rPr i="1" lang="en-US" sz="130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[Champion 2 — title / business unit]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C727B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[The leaders sponsoring this idea (VP+)]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65"/>
          <p:cNvSpPr/>
          <p:nvPr/>
        </p:nvSpPr>
        <p:spPr>
          <a:xfrm>
            <a:off x="6199632" y="3154680"/>
            <a:ext cx="5486400" cy="2971800"/>
          </a:xfrm>
          <a:prstGeom prst="roundRect">
            <a:avLst>
              <a:gd fmla="val 1846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65"/>
          <p:cNvSpPr/>
          <p:nvPr/>
        </p:nvSpPr>
        <p:spPr>
          <a:xfrm>
            <a:off x="6382512" y="3273552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Core Team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65"/>
          <p:cNvSpPr/>
          <p:nvPr/>
        </p:nvSpPr>
        <p:spPr>
          <a:xfrm>
            <a:off x="6428232" y="365760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300"/>
              <a:buFont typeface="Calibri"/>
              <a:buChar char="•"/>
            </a:pPr>
            <a:r>
              <a:rPr i="1" lang="en-US" sz="130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[Inventor / lead]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C727B"/>
              </a:buClr>
              <a:buSzPts val="1300"/>
              <a:buFont typeface="Calibri"/>
              <a:buChar char="•"/>
            </a:pPr>
            <a:r>
              <a:rPr i="1" lang="en-US" sz="130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[Kunal Rout]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C727B"/>
              </a:buClr>
              <a:buSzPts val="1300"/>
              <a:buFont typeface="Calibri"/>
              <a:buChar char="•"/>
            </a:pPr>
            <a:r>
              <a:rPr i="1" lang="en-US" sz="130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[Nikita Verma]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C727B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[Add rows as needed]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6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4E0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B4E0B"/>
                </a:solidFill>
                <a:latin typeface="Calibri"/>
                <a:ea typeface="Calibri"/>
                <a:cs typeface="Calibri"/>
                <a:sym typeface="Calibri"/>
              </a:rPr>
              <a:t>02  ·  SOLUTION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66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The Solution — How It Works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66"/>
          <p:cNvSpPr/>
          <p:nvPr/>
        </p:nvSpPr>
        <p:spPr>
          <a:xfrm>
            <a:off x="502920" y="1463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Turns silent, never-appealed wrongful denials into a measurable, reviewable queue of flagged claims.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6"/>
          <p:cNvSpPr/>
          <p:nvPr/>
        </p:nvSpPr>
        <p:spPr>
          <a:xfrm>
            <a:off x="502920" y="2240280"/>
            <a:ext cx="2688336" cy="3108960"/>
          </a:xfrm>
          <a:prstGeom prst="roundRect">
            <a:avLst>
              <a:gd fmla="val 2041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66"/>
          <p:cNvSpPr/>
          <p:nvPr/>
        </p:nvSpPr>
        <p:spPr>
          <a:xfrm>
            <a:off x="1527048" y="2468880"/>
            <a:ext cx="640080" cy="640080"/>
          </a:xfrm>
          <a:prstGeom prst="ellipse">
            <a:avLst/>
          </a:prstGeom>
          <a:solidFill>
            <a:srgbClr val="FB4E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66"/>
          <p:cNvSpPr/>
          <p:nvPr/>
        </p:nvSpPr>
        <p:spPr>
          <a:xfrm>
            <a:off x="1527048" y="24688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66"/>
          <p:cNvSpPr/>
          <p:nvPr/>
        </p:nvSpPr>
        <p:spPr>
          <a:xfrm>
            <a:off x="640080" y="3246120"/>
            <a:ext cx="2414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Data / Input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66"/>
          <p:cNvSpPr/>
          <p:nvPr/>
        </p:nvSpPr>
        <p:spPr>
          <a:xfrm>
            <a:off x="685800" y="3749040"/>
            <a:ext cx="232257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Synthetic AR Medical Dataset (Kaggle). Proxy-approved = “Claim at insurance” + “Claim in Process”; denied = “Denied” minus admin/incomplete-submission codes. A schema adapter maps any payer CSV onto this canonical form.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66"/>
          <p:cNvSpPr/>
          <p:nvPr/>
        </p:nvSpPr>
        <p:spPr>
          <a:xfrm>
            <a:off x="3364992" y="2240280"/>
            <a:ext cx="2688336" cy="3108960"/>
          </a:xfrm>
          <a:prstGeom prst="roundRect">
            <a:avLst>
              <a:gd fmla="val 2041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66"/>
          <p:cNvSpPr/>
          <p:nvPr/>
        </p:nvSpPr>
        <p:spPr>
          <a:xfrm>
            <a:off x="4389120" y="2468880"/>
            <a:ext cx="640080" cy="640080"/>
          </a:xfrm>
          <a:prstGeom prst="ellipse">
            <a:avLst/>
          </a:prstGeom>
          <a:solidFill>
            <a:srgbClr val="FB4E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66"/>
          <p:cNvSpPr/>
          <p:nvPr/>
        </p:nvSpPr>
        <p:spPr>
          <a:xfrm>
            <a:off x="4389120" y="24688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66"/>
          <p:cNvSpPr/>
          <p:nvPr/>
        </p:nvSpPr>
        <p:spPr>
          <a:xfrm>
            <a:off x="3502152" y="3246120"/>
            <a:ext cx="2414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66"/>
          <p:cNvSpPr/>
          <p:nvPr/>
        </p:nvSpPr>
        <p:spPr>
          <a:xfrm>
            <a:off x="3547872" y="3749040"/>
            <a:ext cx="232257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Three parallel detectors on governed features (insurer, coverage, client, billed-amount &amp; filing-delay bands): exact equivalence-class match, logistic-regression propensity matching (with AUC), and k-NN approved-twin retrieval.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66"/>
          <p:cNvSpPr/>
          <p:nvPr/>
        </p:nvSpPr>
        <p:spPr>
          <a:xfrm>
            <a:off x="6227064" y="2240280"/>
            <a:ext cx="2688336" cy="3108960"/>
          </a:xfrm>
          <a:prstGeom prst="roundRect">
            <a:avLst>
              <a:gd fmla="val 2041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66"/>
          <p:cNvSpPr/>
          <p:nvPr/>
        </p:nvSpPr>
        <p:spPr>
          <a:xfrm>
            <a:off x="7251192" y="2468880"/>
            <a:ext cx="640080" cy="640080"/>
          </a:xfrm>
          <a:prstGeom prst="ellipse">
            <a:avLst/>
          </a:prstGeom>
          <a:solidFill>
            <a:srgbClr val="FB4E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66"/>
          <p:cNvSpPr/>
          <p:nvPr/>
        </p:nvSpPr>
        <p:spPr>
          <a:xfrm>
            <a:off x="7251192" y="24688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66"/>
          <p:cNvSpPr/>
          <p:nvPr/>
        </p:nvSpPr>
        <p:spPr>
          <a:xfrm>
            <a:off x="6364224" y="3246120"/>
            <a:ext cx="2414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Decision Assist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66"/>
          <p:cNvSpPr/>
          <p:nvPr/>
        </p:nvSpPr>
        <p:spPr>
          <a:xfrm>
            <a:off x="6409944" y="3749040"/>
            <a:ext cx="232257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JSON dictionary of denied claim IDs per detector — exact_match, logistic_regression, k-NN — returned in original ID form, plus a schema_report. This is the candidate wrongful-denial queue.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66"/>
          <p:cNvSpPr/>
          <p:nvPr/>
        </p:nvSpPr>
        <p:spPr>
          <a:xfrm>
            <a:off x="9089136" y="2240280"/>
            <a:ext cx="2688336" cy="3108960"/>
          </a:xfrm>
          <a:prstGeom prst="roundRect">
            <a:avLst>
              <a:gd fmla="val 2041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66"/>
          <p:cNvSpPr/>
          <p:nvPr/>
        </p:nvSpPr>
        <p:spPr>
          <a:xfrm>
            <a:off x="10113264" y="2468880"/>
            <a:ext cx="640080" cy="640080"/>
          </a:xfrm>
          <a:prstGeom prst="ellipse">
            <a:avLst/>
          </a:prstGeom>
          <a:solidFill>
            <a:srgbClr val="FB4E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66"/>
          <p:cNvSpPr/>
          <p:nvPr/>
        </p:nvSpPr>
        <p:spPr>
          <a:xfrm>
            <a:off x="10113264" y="24688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66"/>
          <p:cNvSpPr/>
          <p:nvPr/>
        </p:nvSpPr>
        <p:spPr>
          <a:xfrm>
            <a:off x="9226296" y="3246120"/>
            <a:ext cx="2414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Output / Action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66"/>
          <p:cNvSpPr/>
          <p:nvPr/>
        </p:nvSpPr>
        <p:spPr>
          <a:xfrm>
            <a:off x="9272016" y="3749040"/>
            <a:ext cx="232257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React review UI (built here): drag-and-drop CSV upload, tunable caliper / k-NN quantile / max-items, and per-detector flagged-ID results with schema notices. (LLM appeal drafting: separate teammate.)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7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4E0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B4E0B"/>
                </a:solidFill>
                <a:latin typeface="Calibri"/>
                <a:ea typeface="Calibri"/>
                <a:cs typeface="Calibri"/>
                <a:sym typeface="Calibri"/>
              </a:rPr>
              <a:t>03  ·  ARCHITECTURE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67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Technical Architecture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67"/>
          <p:cNvSpPr/>
          <p:nvPr/>
        </p:nvSpPr>
        <p:spPr>
          <a:xfrm>
            <a:off x="502920" y="1600200"/>
            <a:ext cx="11183112" cy="1060704"/>
          </a:xfrm>
          <a:prstGeom prst="roundRect">
            <a:avLst>
              <a:gd fmla="val 5172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67"/>
          <p:cNvSpPr/>
          <p:nvPr/>
        </p:nvSpPr>
        <p:spPr>
          <a:xfrm>
            <a:off x="731520" y="1728216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Ingestion &amp; data sources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67"/>
          <p:cNvSpPr/>
          <p:nvPr/>
        </p:nvSpPr>
        <p:spPr>
          <a:xfrm>
            <a:off x="4846320" y="1728216"/>
            <a:ext cx="6583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Kaggle AR dataset as CSV, or any uploaded payer export. A schema adapter infers the ID, status and reason columns and rewrites unfamiliar files into the canonical schema (handles messy, minimal, and denials-only variants).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67"/>
          <p:cNvSpPr/>
          <p:nvPr/>
        </p:nvSpPr>
        <p:spPr>
          <a:xfrm>
            <a:off x="502920" y="2770632"/>
            <a:ext cx="11183112" cy="1060704"/>
          </a:xfrm>
          <a:prstGeom prst="roundRect">
            <a:avLst>
              <a:gd fmla="val 5172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67"/>
          <p:cNvSpPr/>
          <p:nvPr/>
        </p:nvSpPr>
        <p:spPr>
          <a:xfrm>
            <a:off x="731520" y="2898648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Processing &amp; AI engine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67"/>
          <p:cNvSpPr/>
          <p:nvPr/>
        </p:nvSpPr>
        <p:spPr>
          <a:xfrm>
            <a:off x="4846320" y="2898648"/>
            <a:ext cx="6583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scikit-learn. Exact match on equivalence classes; logistic regression propensity via StratifiedKFold cross-val + logit-caliper matching (blocked on insurer + coverage); k-NN with a distance threshold auto-calibrated from approved-to-approved neighbours. Each degrades gracefully.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67"/>
          <p:cNvSpPr/>
          <p:nvPr/>
        </p:nvSpPr>
        <p:spPr>
          <a:xfrm>
            <a:off x="502920" y="3941064"/>
            <a:ext cx="11183112" cy="1060704"/>
          </a:xfrm>
          <a:prstGeom prst="roundRect">
            <a:avLst>
              <a:gd fmla="val 5172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67"/>
          <p:cNvSpPr/>
          <p:nvPr/>
        </p:nvSpPr>
        <p:spPr>
          <a:xfrm>
            <a:off x="731520" y="4069080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Decision &amp; storage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67"/>
          <p:cNvSpPr/>
          <p:nvPr/>
        </p:nvSpPr>
        <p:spPr>
          <a:xfrm>
            <a:off x="4846320" y="4069080"/>
            <a:ext cx="6583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FastAPI (4 endpoints: /audit, /audit/upload, /schema/preview, /health). Returns the 3 detector lists + schema_report; IDs round-tripped through surrogate keys so leading zeros / scientific notation survive.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67"/>
          <p:cNvSpPr/>
          <p:nvPr/>
        </p:nvSpPr>
        <p:spPr>
          <a:xfrm>
            <a:off x="502920" y="5111496"/>
            <a:ext cx="11183112" cy="1060704"/>
          </a:xfrm>
          <a:prstGeom prst="roundRect">
            <a:avLst>
              <a:gd fmla="val 5172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67"/>
          <p:cNvSpPr/>
          <p:nvPr/>
        </p:nvSpPr>
        <p:spPr>
          <a:xfrm>
            <a:off x="731520" y="5239512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Application &amp; delivery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67"/>
          <p:cNvSpPr/>
          <p:nvPr/>
        </p:nvSpPr>
        <p:spPr>
          <a:xfrm>
            <a:off x="4846320" y="5239512"/>
            <a:ext cx="6583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React + Vite + TypeScript SPA (built here): drag-and-drop CSV upload, an analysis-settings panel (logistic caliper, k-NN quantile, max items), per-detector result cards showing counts and the flagged claim IDs, and schema-adapter notices with a light/dark theme. Talks to FastAPI over CORS; Dockerized.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67"/>
          <p:cNvSpPr/>
          <p:nvPr/>
        </p:nvSpPr>
        <p:spPr>
          <a:xfrm>
            <a:off x="502920" y="6300216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8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4E0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B4E0B"/>
                </a:solidFill>
                <a:latin typeface="Calibri"/>
                <a:ea typeface="Calibri"/>
                <a:cs typeface="Calibri"/>
                <a:sym typeface="Calibri"/>
              </a:rPr>
              <a:t>04  ·  DEPLOYMENT PLAN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68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How &amp; Where It Will Be Deployed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68"/>
          <p:cNvSpPr/>
          <p:nvPr/>
        </p:nvSpPr>
        <p:spPr>
          <a:xfrm>
            <a:off x="502920" y="1600200"/>
            <a:ext cx="11183112" cy="868680"/>
          </a:xfrm>
          <a:prstGeom prst="roundRect">
            <a:avLst>
              <a:gd fmla="val 6316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68"/>
          <p:cNvSpPr/>
          <p:nvPr/>
        </p:nvSpPr>
        <p:spPr>
          <a:xfrm>
            <a:off x="731520" y="169164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Environment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68"/>
          <p:cNvSpPr/>
          <p:nvPr/>
        </p:nvSpPr>
        <p:spPr>
          <a:xfrm>
            <a:off x="4297680" y="1691640"/>
            <a:ext cx="7223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[Cloud / on-prem / hybrid; VPC; client premises]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68"/>
          <p:cNvSpPr/>
          <p:nvPr/>
        </p:nvSpPr>
        <p:spPr>
          <a:xfrm>
            <a:off x="502920" y="2560320"/>
            <a:ext cx="11183112" cy="868680"/>
          </a:xfrm>
          <a:prstGeom prst="roundRect">
            <a:avLst>
              <a:gd fmla="val 6316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68"/>
          <p:cNvSpPr/>
          <p:nvPr/>
        </p:nvSpPr>
        <p:spPr>
          <a:xfrm>
            <a:off x="731520" y="265176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68"/>
          <p:cNvSpPr/>
          <p:nvPr/>
        </p:nvSpPr>
        <p:spPr>
          <a:xfrm>
            <a:off x="4297680" y="2651760"/>
            <a:ext cx="7223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[How it connects to client systems / data]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68"/>
          <p:cNvSpPr/>
          <p:nvPr/>
        </p:nvSpPr>
        <p:spPr>
          <a:xfrm>
            <a:off x="502920" y="3520440"/>
            <a:ext cx="11183112" cy="868680"/>
          </a:xfrm>
          <a:prstGeom prst="roundRect">
            <a:avLst>
              <a:gd fmla="val 6316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68"/>
          <p:cNvSpPr/>
          <p:nvPr/>
        </p:nvSpPr>
        <p:spPr>
          <a:xfrm>
            <a:off x="731520" y="361188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Security &amp; compliance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68"/>
          <p:cNvSpPr/>
          <p:nvPr/>
        </p:nvSpPr>
        <p:spPr>
          <a:xfrm>
            <a:off x="4297680" y="3611880"/>
            <a:ext cx="7223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[Data handling, PII, audit, regulatory needs]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68"/>
          <p:cNvSpPr/>
          <p:nvPr/>
        </p:nvSpPr>
        <p:spPr>
          <a:xfrm>
            <a:off x="502920" y="4480560"/>
            <a:ext cx="11183112" cy="868680"/>
          </a:xfrm>
          <a:prstGeom prst="roundRect">
            <a:avLst>
              <a:gd fmla="val 6316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68"/>
          <p:cNvSpPr/>
          <p:nvPr/>
        </p:nvSpPr>
        <p:spPr>
          <a:xfrm>
            <a:off x="731520" y="457200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Rollout approach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68"/>
          <p:cNvSpPr/>
          <p:nvPr/>
        </p:nvSpPr>
        <p:spPr>
          <a:xfrm>
            <a:off x="4297680" y="4572000"/>
            <a:ext cx="7223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[Pilot → phased rollout → scale; support model]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68"/>
          <p:cNvSpPr/>
          <p:nvPr/>
        </p:nvSpPr>
        <p:spPr>
          <a:xfrm>
            <a:off x="502920" y="5440680"/>
            <a:ext cx="11183112" cy="868680"/>
          </a:xfrm>
          <a:prstGeom prst="roundRect">
            <a:avLst>
              <a:gd fmla="val 6316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68"/>
          <p:cNvSpPr/>
          <p:nvPr/>
        </p:nvSpPr>
        <p:spPr>
          <a:xfrm>
            <a:off x="731520" y="553212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Ownership &amp; support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68"/>
          <p:cNvSpPr/>
          <p:nvPr/>
        </p:nvSpPr>
        <p:spPr>
          <a:xfrm>
            <a:off x="4297680" y="5532120"/>
            <a:ext cx="7223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[Who runs it post go-live; SLAs, monitoring]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9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4E0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B4E0B"/>
                </a:solidFill>
                <a:latin typeface="Calibri"/>
                <a:ea typeface="Calibri"/>
                <a:cs typeface="Calibri"/>
                <a:sym typeface="Calibri"/>
              </a:rPr>
              <a:t>05  ·  IDENTIFIED CLIENT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69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Where We Will Deploy &amp; Sell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69"/>
          <p:cNvSpPr/>
          <p:nvPr/>
        </p:nvSpPr>
        <p:spPr>
          <a:xfrm>
            <a:off x="502920" y="1554480"/>
            <a:ext cx="11183112" cy="868680"/>
          </a:xfrm>
          <a:prstGeom prst="roundRect">
            <a:avLst>
              <a:gd fmla="val 6316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69"/>
          <p:cNvSpPr/>
          <p:nvPr/>
        </p:nvSpPr>
        <p:spPr>
          <a:xfrm>
            <a:off x="731520" y="166420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Named targets — </a:t>
            </a:r>
            <a:r>
              <a:rPr i="1" lang="en-US" sz="140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[list specific clients / accounts, not just segments]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69"/>
          <p:cNvSpPr/>
          <p:nvPr/>
        </p:nvSpPr>
        <p:spPr>
          <a:xfrm>
            <a:off x="502920" y="2606040"/>
            <a:ext cx="3657600" cy="3063240"/>
          </a:xfrm>
          <a:prstGeom prst="roundRect">
            <a:avLst>
              <a:gd fmla="val 1791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69"/>
          <p:cNvSpPr/>
          <p:nvPr/>
        </p:nvSpPr>
        <p:spPr>
          <a:xfrm>
            <a:off x="640080" y="27432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Existing clients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69"/>
          <p:cNvSpPr/>
          <p:nvPr/>
        </p:nvSpPr>
        <p:spPr>
          <a:xfrm>
            <a:off x="685800" y="3200400"/>
            <a:ext cx="32918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250"/>
              <a:buFont typeface="Calibri"/>
              <a:buChar char="•"/>
            </a:pPr>
            <a:r>
              <a:rPr i="1" lang="en-US" sz="125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[Client A — why a fit]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C727B"/>
              </a:buClr>
              <a:buSzPts val="1250"/>
              <a:buFont typeface="Calibri"/>
              <a:buChar char="•"/>
            </a:pPr>
            <a:r>
              <a:rPr i="1" lang="en-US" sz="125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[Client B — why a fit]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C727B"/>
              </a:buClr>
              <a:buSzPts val="1100"/>
              <a:buFont typeface="Calibri"/>
              <a:buChar char="•"/>
            </a:pPr>
            <a:r>
              <a:rPr i="1" lang="en-US" sz="110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[Add more]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69"/>
          <p:cNvSpPr/>
          <p:nvPr/>
        </p:nvSpPr>
        <p:spPr>
          <a:xfrm>
            <a:off x="4261104" y="2606040"/>
            <a:ext cx="3657600" cy="3063240"/>
          </a:xfrm>
          <a:prstGeom prst="roundRect">
            <a:avLst>
              <a:gd fmla="val 1791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69"/>
          <p:cNvSpPr/>
          <p:nvPr/>
        </p:nvSpPr>
        <p:spPr>
          <a:xfrm>
            <a:off x="4398264" y="27432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New logos / pipeline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69"/>
          <p:cNvSpPr/>
          <p:nvPr/>
        </p:nvSpPr>
        <p:spPr>
          <a:xfrm>
            <a:off x="4443984" y="3200400"/>
            <a:ext cx="32918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250"/>
              <a:buFont typeface="Calibri"/>
              <a:buChar char="•"/>
            </a:pPr>
            <a:r>
              <a:rPr i="1" lang="en-US" sz="125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[Prospect A — segment]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C727B"/>
              </a:buClr>
              <a:buSzPts val="1250"/>
              <a:buFont typeface="Calibri"/>
              <a:buChar char="•"/>
            </a:pPr>
            <a:r>
              <a:rPr i="1" lang="en-US" sz="125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[Prospect B — segment]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C727B"/>
              </a:buClr>
              <a:buSzPts val="1100"/>
              <a:buFont typeface="Calibri"/>
              <a:buChar char="•"/>
            </a:pPr>
            <a:r>
              <a:rPr i="1" lang="en-US" sz="110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[Add more]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69"/>
          <p:cNvSpPr/>
          <p:nvPr/>
        </p:nvSpPr>
        <p:spPr>
          <a:xfrm>
            <a:off x="8019288" y="2606040"/>
            <a:ext cx="3657600" cy="3063240"/>
          </a:xfrm>
          <a:prstGeom prst="roundRect">
            <a:avLst>
              <a:gd fmla="val 1791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69"/>
          <p:cNvSpPr/>
          <p:nvPr/>
        </p:nvSpPr>
        <p:spPr>
          <a:xfrm>
            <a:off x="8156448" y="27432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Partnerships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69"/>
          <p:cNvSpPr/>
          <p:nvPr/>
        </p:nvSpPr>
        <p:spPr>
          <a:xfrm>
            <a:off x="8202168" y="3200400"/>
            <a:ext cx="32918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250"/>
              <a:buFont typeface="Calibri"/>
              <a:buChar char="•"/>
            </a:pPr>
            <a:r>
              <a:rPr i="1" lang="en-US" sz="125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[Partner / channel]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C727B"/>
              </a:buClr>
              <a:buSzPts val="1250"/>
              <a:buFont typeface="Calibri"/>
              <a:buChar char="•"/>
            </a:pPr>
            <a:r>
              <a:rPr i="1" lang="en-US" sz="125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[Co-develop opportunity]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C727B"/>
              </a:buClr>
              <a:buSzPts val="1100"/>
              <a:buFont typeface="Calibri"/>
              <a:buChar char="•"/>
            </a:pPr>
            <a:r>
              <a:rPr i="1" lang="en-US" sz="110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[Add more]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4E0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B4E0B"/>
                </a:solidFill>
                <a:latin typeface="Calibri"/>
                <a:ea typeface="Calibri"/>
                <a:cs typeface="Calibri"/>
                <a:sym typeface="Calibri"/>
              </a:rPr>
              <a:t>06  ·  GO-TO-MARKET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70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GTM Strategy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70"/>
          <p:cNvSpPr/>
          <p:nvPr/>
        </p:nvSpPr>
        <p:spPr>
          <a:xfrm>
            <a:off x="502920" y="1645920"/>
            <a:ext cx="5486400" cy="2148840"/>
          </a:xfrm>
          <a:prstGeom prst="roundRect">
            <a:avLst>
              <a:gd fmla="val 2553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70"/>
          <p:cNvSpPr/>
          <p:nvPr/>
        </p:nvSpPr>
        <p:spPr>
          <a:xfrm>
            <a:off x="685800" y="17830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Positioning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70"/>
          <p:cNvSpPr/>
          <p:nvPr/>
        </p:nvSpPr>
        <p:spPr>
          <a:xfrm>
            <a:off x="685800" y="2240280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[How EXL is positioned in this space]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70"/>
          <p:cNvSpPr/>
          <p:nvPr/>
        </p:nvSpPr>
        <p:spPr>
          <a:xfrm>
            <a:off x="6199632" y="1645920"/>
            <a:ext cx="5486400" cy="2148840"/>
          </a:xfrm>
          <a:prstGeom prst="roundRect">
            <a:avLst>
              <a:gd fmla="val 2553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70"/>
          <p:cNvSpPr/>
          <p:nvPr/>
        </p:nvSpPr>
        <p:spPr>
          <a:xfrm>
            <a:off x="6382512" y="17830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Sales &amp; channel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70"/>
          <p:cNvSpPr/>
          <p:nvPr/>
        </p:nvSpPr>
        <p:spPr>
          <a:xfrm>
            <a:off x="6382512" y="2240280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[Dedicated team / partners / co-develop]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70"/>
          <p:cNvSpPr/>
          <p:nvPr/>
        </p:nvSpPr>
        <p:spPr>
          <a:xfrm>
            <a:off x="502920" y="3977640"/>
            <a:ext cx="5486400" cy="2148840"/>
          </a:xfrm>
          <a:prstGeom prst="roundRect">
            <a:avLst>
              <a:gd fmla="val 2553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70"/>
          <p:cNvSpPr/>
          <p:nvPr/>
        </p:nvSpPr>
        <p:spPr>
          <a:xfrm>
            <a:off x="685800" y="41148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Pricing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70"/>
          <p:cNvSpPr/>
          <p:nvPr/>
        </p:nvSpPr>
        <p:spPr>
          <a:xfrm>
            <a:off x="685800" y="4572000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[Usage / SaaS / outcome-based / transaction]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70"/>
          <p:cNvSpPr/>
          <p:nvPr/>
        </p:nvSpPr>
        <p:spPr>
          <a:xfrm>
            <a:off x="6199632" y="3977640"/>
            <a:ext cx="5486400" cy="2148840"/>
          </a:xfrm>
          <a:prstGeom prst="roundRect">
            <a:avLst>
              <a:gd fmla="val 2553" name="adj"/>
            </a:avLst>
          </a:prstGeom>
          <a:solidFill>
            <a:srgbClr val="DCF3FA"/>
          </a:solidFill>
          <a:ln cap="flat" cmpd="sng" w="12700">
            <a:solidFill>
              <a:srgbClr val="ACB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70"/>
          <p:cNvSpPr/>
          <p:nvPr/>
        </p:nvSpPr>
        <p:spPr>
          <a:xfrm>
            <a:off x="6382512" y="41148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7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5071"/>
                </a:solidFill>
                <a:latin typeface="Calibri"/>
                <a:ea typeface="Calibri"/>
                <a:cs typeface="Calibri"/>
                <a:sym typeface="Calibri"/>
              </a:rPr>
              <a:t>Launch &amp; marketing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70"/>
          <p:cNvSpPr/>
          <p:nvPr/>
        </p:nvSpPr>
        <p:spPr>
          <a:xfrm>
            <a:off x="6382512" y="4572000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27B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6C727B"/>
                </a:solidFill>
                <a:latin typeface="Calibri"/>
                <a:ea typeface="Calibri"/>
                <a:cs typeface="Calibri"/>
                <a:sym typeface="Calibri"/>
              </a:rPr>
              <a:t>[Webinars, events, thought leadership]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EXL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